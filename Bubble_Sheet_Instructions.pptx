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tting started" id="{a4f4dfcf-7265-e6bf-6090-1c3eee85b1e7}">
          <p14:sldIdLst>
            <p14:sldId id="256"/>
            <p14:sldId id="257"/>
            <p14:sldId id="258"/>
            <p14:sldId id="259"/>
            <p14:sldId id="260"/>
          </p14:sldIdLst>
        </p14:section>
        <p14:section name="Marking your answers" id="{8005155e-1f13-63b0-7cd9-a3aebbb19770}">
          <p14:sldIdLst>
            <p14:sldId id="261"/>
            <p14:sldId id="262"/>
            <p14:sldId id="263"/>
          </p14:sldIdLst>
        </p14:section>
        <p14:section name="Final check" id="{a302f55d-1bf9-fa02-948e-d69e56b9df30}">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Before the exam starts, take two minutes to see how to fill in the bubble sheet correctly. Mistakes on the sheet are the easiest points to 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Pencil only, for everything on the sheet and the exam booklet. The scanner reads pencil marks, and pencil can be erased if you change an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version letter goes in an empty space at the top of the sheet, and your name goes on the Student Name line. The highlighted boxes show where. Print your name so it can be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Either format works: the seven-digit student ID, or the ID with two zeros in front to make nine digits. The key point is to fill in the bubbles to the right of each box, one bubble for each digit.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the bubbles look like for a made-up ID, 1234567. On the left, the seven-digit version: one bubble per row for rows 1 to 7, rows 8 and 9 left empty. On the right, two zeros first, then the seven digits, using all nine rows. One filled bubble per row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examples. A faint mark, a mark that only covers part of the bubble, and the right way: a dark mark that fills the whole bubble. Press firmly with the pencil.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change your mind, erase the old answer completely. Do not cross it out. Then fill in the bubble for your new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bubble per question. If you are torn between two answers, pick the one you think is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checklist to run through before you start. Take a moment to check each item on your own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800" y="2247900"/>
            <a:ext cx="5232400" cy="2159000"/>
          </a:xfrm>
          <a:prstGeom prst="rect">
            <a:avLst/>
          </a:prstGeom>
          <a:noFill/>
          <a:ln/>
        </p:spPr>
        <p:txBody>
          <a:bodyPr wrap="square" rtlCol="0"/>
          <a:lstStyle>
            <a:lvl1pPr algn="l" indent="0" marL="0">
              <a:buNone/>
              <a:defRPr lang="en-US" sz="4800" b="1" dirty="0">
                <a:solidFill>
                  <a:schemeClr val="bg2"/>
                </a:solidFill>
              </a:defRPr>
            </a:lvl1pPr>
          </a:lstStyle>
          <a:p>
            <a:pPr algn="l" indent="0" marL="0">
              <a:buNone/>
            </a:pPr>
            <a:endParaRPr lang="en-US" sz="4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800" y="2400300"/>
            <a:ext cx="5232400" cy="889000"/>
          </a:xfrm>
          <a:prstGeom prst="rect">
            <a:avLst/>
          </a:prstGeom>
          <a:noFill/>
          <a:ln/>
        </p:spPr>
        <p:txBody>
          <a:bodyPr wrap="square" rtlCol="0"/>
          <a:lstStyle>
            <a:lvl1pPr algn="l" indent="0" marL="0">
              <a:buNone/>
              <a:defRPr lang="en-US" sz="5400" b="1" dirty="0">
                <a:solidFill>
                  <a:schemeClr val="tx1"/>
                </a:solidFill>
              </a:defRPr>
            </a:lvl1pPr>
          </a:lstStyle>
          <a:p>
            <a:pPr algn="l" indent="0" marL="0">
              <a:buNone/>
            </a:pPr>
            <a:endParaRPr lang="en-US" sz="5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800" y="1117600"/>
            <a:ext cx="10566400" cy="5334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ALT">
    <p:bg>
      <p:bgPr>
        <a:solidFill>
          <a:schemeClr val="accent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800" y="1117600"/>
            <a:ext cx="10566400" cy="5334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5.xml"/><Relationship Id="rId10"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812800" y="1841500"/>
            <a:ext cx="5232400" cy="279400"/>
          </a:xfrm>
          <a:prstGeom prst="rect">
            <a:avLst/>
          </a:prstGeom>
          <a:noFill/>
          <a:ln/>
        </p:spPr>
        <p:txBody>
          <a:bodyPr wrap="square" lIns="0" tIns="0" rIns="0" bIns="0" rtlCol="0" anchor="ctr"/>
          <a:lstStyle/>
          <a:p>
            <a:pPr indent="0" marL="0">
              <a:buNone/>
            </a:pPr>
            <a:r>
              <a:rPr lang="en-US" sz="1500" b="1" spc="400" kern="0" dirty="0">
                <a:solidFill>
                  <a:schemeClr val="accent2"/>
                </a:solidFill>
              </a:rPr>
              <a:t>BEFORE THE EXAM STARTS</a:t>
            </a:r>
            <a:endParaRPr lang="en-US" sz="1500" dirty="0"/>
          </a:p>
        </p:txBody>
      </p:sp>
      <p:sp>
        <p:nvSpPr>
          <p:cNvPr id="3" name="Text 0"/>
          <p:cNvSpPr/>
          <p:nvPr>
            <p:ph idx="100" type="title" hasCustomPrompt="1"/>
          </p:nvPr>
        </p:nvSpPr>
        <p:spPr>
          <a:xfrm>
            <a:off x="812800" y="2247900"/>
            <a:ext cx="5232400" cy="2159000"/>
          </a:xfrm>
          <a:prstGeom prst="rect">
            <a:avLst/>
          </a:prstGeom>
          <a:noFill/>
          <a:ln/>
        </p:spPr>
        <p:txBody>
          <a:bodyPr wrap="square" lIns="0" tIns="0" rIns="0" bIns="0" rtlCol="0" anchor="t"/>
          <a:lstStyle/>
          <a:p>
            <a:pPr algn="l" indent="0" marL="0">
              <a:buNone/>
            </a:pPr>
            <a:r>
              <a:rPr lang="en-US" sz="4800" b="1" dirty="0">
                <a:solidFill>
                  <a:schemeClr val="bg2"/>
                </a:solidFill>
              </a:rPr>
              <a:t>How to fill in your bubble sheet</a:t>
            </a:r>
            <a:endParaRPr lang="en-US" sz="4800" dirty="0"/>
          </a:p>
        </p:txBody>
      </p:sp>
      <p:sp>
        <p:nvSpPr>
          <p:cNvPr id="4" name="Subtitle"/>
          <p:cNvSpPr txBox="1"/>
          <p:nvPr/>
        </p:nvSpPr>
        <p:spPr>
          <a:xfrm>
            <a:off x="812800" y="4584700"/>
            <a:ext cx="5232400" cy="698500"/>
          </a:xfrm>
          <a:prstGeom prst="rect">
            <a:avLst/>
          </a:prstGeom>
          <a:noFill/>
          <a:ln/>
        </p:spPr>
        <p:txBody>
          <a:bodyPr wrap="square" lIns="0" tIns="0" rIns="0" bIns="0" rtlCol="0" anchor="t"/>
          <a:lstStyle/>
          <a:p>
            <a:pPr indent="0" marL="0">
              <a:buNone/>
            </a:pPr>
            <a:r>
              <a:rPr lang="en-US" sz="2000" dirty="0">
                <a:solidFill>
                  <a:schemeClr val="accent6"/>
                </a:solidFill>
              </a:rPr>
              <a:t>Pencil, version letter, student number, and your answers.</a:t>
            </a:r>
            <a:endParaRPr lang="en-US" sz="2000" dirty="0"/>
          </a:p>
        </p:txBody>
      </p:sp>
      <p:pic>
        <p:nvPicPr>
          <p:cNvPr id="5" name="Image 0" descr="The student number section of the bubble sheet: nine numbered boxes with a row of digit bubbles beside each">    </p:cNvPr>
          <p:cNvPicPr>
            <a:picLocks noChangeAspect="1"/>
          </p:cNvPicPr>
          <p:nvPr/>
        </p:nvPicPr>
        <p:blipFill>
          <a:blip r:embed="rId1"/>
          <a:stretch>
            <a:fillRect/>
          </a:stretch>
        </p:blipFill>
        <p:spPr>
          <a:xfrm>
            <a:off x="6553200" y="1885950"/>
            <a:ext cx="4826000" cy="30861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812800" y="2095500"/>
            <a:ext cx="5232400" cy="279400"/>
          </a:xfrm>
          <a:prstGeom prst="rect">
            <a:avLst/>
          </a:prstGeom>
          <a:noFill/>
          <a:ln/>
        </p:spPr>
        <p:txBody>
          <a:bodyPr wrap="square" lIns="0" tIns="0" rIns="0" bIns="0" rtlCol="0" anchor="ctr"/>
          <a:lstStyle/>
          <a:p>
            <a:pPr indent="0" marL="0">
              <a:buNone/>
            </a:pPr>
            <a:r>
              <a:rPr lang="en-US" sz="1400" b="1" spc="400" kern="0" dirty="0">
                <a:solidFill>
                  <a:schemeClr val="accent1"/>
                </a:solidFill>
              </a:rPr>
              <a:t>THE BASICS</a:t>
            </a:r>
            <a:endParaRPr lang="en-US" sz="1400" dirty="0"/>
          </a:p>
        </p:txBody>
      </p:sp>
      <p:sp>
        <p:nvSpPr>
          <p:cNvPr id="3" name="Text 0"/>
          <p:cNvSpPr/>
          <p:nvPr>
            <p:ph idx="100" type="title" hasCustomPrompt="1"/>
          </p:nvPr>
        </p:nvSpPr>
        <p:spPr>
          <a:xfrm>
            <a:off x="812800" y="2400300"/>
            <a:ext cx="5232400" cy="889000"/>
          </a:xfrm>
          <a:prstGeom prst="rect">
            <a:avLst/>
          </a:prstGeom>
          <a:noFill/>
          <a:ln/>
        </p:spPr>
        <p:txBody>
          <a:bodyPr wrap="square" lIns="0" tIns="0" rIns="0" bIns="0" rtlCol="0" anchor="t"/>
          <a:lstStyle/>
          <a:p>
            <a:pPr algn="l" indent="0" marL="0">
              <a:buNone/>
            </a:pPr>
            <a:r>
              <a:rPr lang="en-US" sz="5400" b="1" dirty="0">
                <a:solidFill>
                  <a:schemeClr val="tx1"/>
                </a:solidFill>
              </a:rPr>
              <a:t>Use a pencil</a:t>
            </a:r>
            <a:endParaRPr lang="en-US" sz="5400" dirty="0"/>
          </a:p>
        </p:txBody>
      </p:sp>
      <p:sp>
        <p:nvSpPr>
          <p:cNvPr id="4" name="Body"/>
          <p:cNvSpPr txBox="1"/>
          <p:nvPr/>
        </p:nvSpPr>
        <p:spPr>
          <a:xfrm>
            <a:off x="812800" y="3302000"/>
            <a:ext cx="5232400" cy="825500"/>
          </a:xfrm>
          <a:prstGeom prst="rect">
            <a:avLst/>
          </a:prstGeom>
          <a:noFill/>
          <a:ln/>
        </p:spPr>
        <p:txBody>
          <a:bodyPr wrap="square" lIns="0" tIns="0" rIns="0" bIns="0" rtlCol="0" anchor="t"/>
          <a:lstStyle/>
          <a:p>
            <a:pPr indent="0" marL="0">
              <a:buNone/>
            </a:pPr>
            <a:r>
              <a:rPr lang="en-US" sz="2000" dirty="0">
                <a:solidFill>
                  <a:schemeClr val="accent5"/>
                </a:solidFill>
              </a:rPr>
              <a:t>For your name, your version letter, your student number, and every answer.</a:t>
            </a:r>
            <a:endParaRPr lang="en-US" sz="2000" dirty="0"/>
          </a:p>
        </p:txBody>
      </p:sp>
      <p:sp>
        <p:nvSpPr>
          <p:cNvPr id="5" name="Emphasis"/>
          <p:cNvSpPr txBox="1"/>
          <p:nvPr/>
        </p:nvSpPr>
        <p:spPr>
          <a:xfrm>
            <a:off x="812800" y="4292600"/>
            <a:ext cx="5232400" cy="355600"/>
          </a:xfrm>
          <a:prstGeom prst="rect">
            <a:avLst/>
          </a:prstGeom>
          <a:noFill/>
          <a:ln/>
        </p:spPr>
        <p:txBody>
          <a:bodyPr wrap="square" lIns="0" tIns="0" rIns="0" bIns="0" rtlCol="0" anchor="t"/>
          <a:lstStyle/>
          <a:p>
            <a:pPr indent="0" marL="0">
              <a:buNone/>
            </a:pPr>
            <a:r>
              <a:rPr lang="en-US" sz="2000" b="1" dirty="0">
                <a:solidFill>
                  <a:schemeClr val="accent1"/>
                </a:solidFill>
              </a:rPr>
              <a:t>No pens.</a:t>
            </a:r>
            <a:endParaRPr lang="en-US" sz="2000" dirty="0"/>
          </a:p>
        </p:txBody>
      </p:sp>
      <p:sp>
        <p:nvSpPr>
          <p:cNvPr id="6" name="Pencil panel"/>
          <p:cNvSpPr/>
          <p:nvPr/>
        </p:nvSpPr>
        <p:spPr>
          <a:xfrm>
            <a:off x="6553200" y="1651000"/>
            <a:ext cx="4826000" cy="3556000"/>
          </a:xfrm>
          <a:prstGeom prst="roundRect">
            <a:avLst>
              <a:gd name="adj" fmla="val 5657"/>
            </a:avLst>
          </a:prstGeom>
          <a:solidFill>
            <a:schemeClr val="accent6"/>
          </a:solidFill>
          <a:ln/>
        </p:spPr>
      </p:sp>
      <p:pic>
        <p:nvPicPr>
          <p:cNvPr id="7" name="Image 0" descr="A yellow pencil with a pink eraser">    </p:cNvPr>
          <p:cNvPicPr>
            <a:picLocks noChangeAspect="1"/>
          </p:cNvPicPr>
          <p:nvPr/>
        </p:nvPicPr>
        <p:blipFill>
          <a:blip r:embed="rId1"/>
          <a:stretch>
            <a:fillRect/>
          </a:stretch>
        </p:blipFill>
        <p:spPr>
          <a:xfrm rot="-840000">
            <a:off x="6743700" y="2794000"/>
            <a:ext cx="4445000" cy="1270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812800" y="812800"/>
            <a:ext cx="7620000" cy="279400"/>
          </a:xfrm>
          <a:prstGeom prst="rect">
            <a:avLst/>
          </a:prstGeom>
          <a:noFill/>
          <a:ln/>
        </p:spPr>
        <p:txBody>
          <a:bodyPr wrap="square" lIns="0" tIns="0" rIns="0" bIns="0" rtlCol="0" anchor="ctr"/>
          <a:lstStyle/>
          <a:p>
            <a:pPr indent="0" marL="0">
              <a:buNone/>
            </a:pPr>
            <a:r>
              <a:rPr lang="en-US" sz="1400" b="1" spc="400" kern="0" dirty="0">
                <a:solidFill>
                  <a:schemeClr val="accent1"/>
                </a:solidFill>
              </a:rPr>
              <a:t>TOP OF THE SHEET</a:t>
            </a:r>
            <a:endParaRPr lang="en-US" sz="1400" dirty="0"/>
          </a:p>
        </p:txBody>
      </p:sp>
      <p:sp>
        <p:nvSpPr>
          <p:cNvPr id="3" name="Text 0"/>
          <p:cNvSpPr/>
          <p:nvPr>
            <p:ph idx="100" type="title" hasCustomPrompt="1"/>
          </p:nvPr>
        </p:nvSpPr>
        <p:spPr>
          <a:xfrm>
            <a:off x="812800" y="1117600"/>
            <a:ext cx="10566400" cy="533400"/>
          </a:xfrm>
          <a:prstGeom prst="rect">
            <a:avLst/>
          </a:prstGeom>
          <a:noFill/>
          <a:ln/>
        </p:spPr>
        <p:txBody>
          <a:bodyPr wrap="square" lIns="0" tIns="0" rIns="0" bIns="0" rtlCol="0" anchor="t"/>
          <a:lstStyle/>
          <a:p>
            <a:pPr algn="l" indent="0" marL="0">
              <a:buNone/>
            </a:pPr>
            <a:r>
              <a:rPr lang="en-US" sz="3600" b="1" dirty="0">
                <a:solidFill>
                  <a:schemeClr val="tx1"/>
                </a:solidFill>
              </a:rPr>
              <a:t>Write your version letter and name</a:t>
            </a:r>
            <a:endParaRPr lang="en-US" sz="3600" dirty="0"/>
          </a:p>
        </p:txBody>
      </p:sp>
      <p:pic>
        <p:nvPicPr>
          <p:cNvPr id="4" name="Image 0" descr="Top part of the bubble sheet showing the Student Name line and the Student Number grid">    </p:cNvPr>
          <p:cNvPicPr>
            <a:picLocks noChangeAspect="1"/>
          </p:cNvPicPr>
          <p:nvPr/>
        </p:nvPicPr>
        <p:blipFill>
          <a:blip r:embed="rId1"/>
          <a:stretch>
            <a:fillRect/>
          </a:stretch>
        </p:blipFill>
        <p:spPr>
          <a:xfrm>
            <a:off x="1905000" y="1841500"/>
            <a:ext cx="8382000" cy="2641600"/>
          </a:xfrm>
          <a:prstGeom prst="rect">
            <a:avLst/>
          </a:prstGeom>
        </p:spPr>
      </p:pic>
      <p:sp>
        <p:nvSpPr>
          <p:cNvPr id="5" name="Highlight: version letter space"/>
          <p:cNvSpPr/>
          <p:nvPr/>
        </p:nvSpPr>
        <p:spPr>
          <a:xfrm>
            <a:off x="3536950" y="1879600"/>
            <a:ext cx="3028950" cy="254000"/>
          </a:xfrm>
          <a:prstGeom prst="rect">
            <a:avLst/>
          </a:prstGeom>
          <a:solidFill>
            <a:schemeClr val="accent2">
              <a:alpha val="30000"/>
            </a:schemeClr>
          </a:solidFill>
          <a:ln w="38100">
            <a:solidFill>
              <a:srgbClr val="D98200"/>
            </a:solidFill>
            <a:prstDash val="dash"/>
          </a:ln>
        </p:spPr>
      </p:sp>
      <p:sp>
        <p:nvSpPr>
          <p:cNvPr id="6" name="Badge 1 on image"/>
          <p:cNvSpPr txBox="1"/>
          <p:nvPr/>
        </p:nvSpPr>
        <p:spPr>
          <a:xfrm>
            <a:off x="6235700" y="1879600"/>
            <a:ext cx="254000" cy="25400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7" name="Highlight: student name line"/>
          <p:cNvSpPr/>
          <p:nvPr/>
        </p:nvSpPr>
        <p:spPr>
          <a:xfrm>
            <a:off x="3746500" y="2266950"/>
            <a:ext cx="2819400" cy="273050"/>
          </a:xfrm>
          <a:prstGeom prst="rect">
            <a:avLst/>
          </a:prstGeom>
          <a:solidFill>
            <a:schemeClr val="accent2">
              <a:alpha val="30000"/>
            </a:schemeClr>
          </a:solidFill>
          <a:ln w="38100">
            <a:solidFill>
              <a:srgbClr val="D98200"/>
            </a:solidFill>
            <a:prstDash val="dash"/>
          </a:ln>
        </p:spPr>
      </p:sp>
      <p:sp>
        <p:nvSpPr>
          <p:cNvPr id="8" name="Badge 2 on image"/>
          <p:cNvSpPr txBox="1"/>
          <p:nvPr/>
        </p:nvSpPr>
        <p:spPr>
          <a:xfrm>
            <a:off x="6235700" y="2273300"/>
            <a:ext cx="254000" cy="25400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9" name="Card 1"/>
          <p:cNvSpPr/>
          <p:nvPr/>
        </p:nvSpPr>
        <p:spPr>
          <a:xfrm>
            <a:off x="812800" y="4711700"/>
            <a:ext cx="5181600" cy="1174750"/>
          </a:xfrm>
          <a:prstGeom prst="roundRect">
            <a:avLst>
              <a:gd name="adj" fmla="val 8562"/>
            </a:avLst>
          </a:prstGeom>
          <a:solidFill>
            <a:schemeClr val="bg1"/>
          </a:solidFill>
          <a:ln w="9525">
            <a:solidFill>
              <a:srgbClr val="E3D9CE"/>
            </a:solidFill>
            <a:prstDash val="solid"/>
          </a:ln>
        </p:spPr>
      </p:sp>
      <p:sp>
        <p:nvSpPr>
          <p:cNvPr id="10" name="Card badge 1"/>
          <p:cNvSpPr txBox="1"/>
          <p:nvPr/>
        </p:nvSpPr>
        <p:spPr>
          <a:xfrm>
            <a:off x="990600" y="4889500"/>
            <a:ext cx="355600" cy="35560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11" name="Card title 1"/>
          <p:cNvSpPr txBox="1"/>
          <p:nvPr/>
        </p:nvSpPr>
        <p:spPr>
          <a:xfrm>
            <a:off x="1498600" y="4876800"/>
            <a:ext cx="4318000" cy="304800"/>
          </a:xfrm>
          <a:prstGeom prst="rect">
            <a:avLst/>
          </a:prstGeom>
          <a:noFill/>
          <a:ln/>
        </p:spPr>
        <p:txBody>
          <a:bodyPr wrap="square" lIns="0" tIns="0" rIns="0" bIns="0" rtlCol="0" anchor="ctr"/>
          <a:lstStyle/>
          <a:p>
            <a:pPr indent="0" marL="0">
              <a:buNone/>
            </a:pPr>
            <a:r>
              <a:rPr lang="en-US" sz="1800" b="1" dirty="0">
                <a:solidFill>
                  <a:schemeClr val="tx1"/>
                </a:solidFill>
              </a:rPr>
              <a:t>Version letter</a:t>
            </a:r>
            <a:endParaRPr lang="en-US" sz="1800" dirty="0"/>
          </a:p>
        </p:txBody>
      </p:sp>
      <p:sp>
        <p:nvSpPr>
          <p:cNvPr id="12" name="Card text 1"/>
          <p:cNvSpPr txBox="1"/>
          <p:nvPr/>
        </p:nvSpPr>
        <p:spPr>
          <a:xfrm>
            <a:off x="1498600" y="5219700"/>
            <a:ext cx="4318000" cy="533400"/>
          </a:xfrm>
          <a:prstGeom prst="rect">
            <a:avLst/>
          </a:prstGeom>
          <a:noFill/>
          <a:ln/>
        </p:spPr>
        <p:txBody>
          <a:bodyPr wrap="square" lIns="0" tIns="0" rIns="0" bIns="0" rtlCol="0" anchor="t"/>
          <a:lstStyle/>
          <a:p>
            <a:pPr indent="0" marL="0">
              <a:buNone/>
            </a:pPr>
            <a:r>
              <a:rPr lang="en-US" sz="1400" dirty="0">
                <a:solidFill>
                  <a:schemeClr val="accent5"/>
                </a:solidFill>
              </a:rPr>
              <a:t>Write your exam's version letter in the empty space at the top.</a:t>
            </a:r>
            <a:endParaRPr lang="en-US" sz="1400" dirty="0"/>
          </a:p>
        </p:txBody>
      </p:sp>
      <p:sp>
        <p:nvSpPr>
          <p:cNvPr id="13" name="Card 2"/>
          <p:cNvSpPr/>
          <p:nvPr/>
        </p:nvSpPr>
        <p:spPr>
          <a:xfrm>
            <a:off x="6197600" y="4711700"/>
            <a:ext cx="5181600" cy="1174750"/>
          </a:xfrm>
          <a:prstGeom prst="roundRect">
            <a:avLst>
              <a:gd name="adj" fmla="val 8562"/>
            </a:avLst>
          </a:prstGeom>
          <a:solidFill>
            <a:schemeClr val="bg1"/>
          </a:solidFill>
          <a:ln w="9525">
            <a:solidFill>
              <a:srgbClr val="E3D9CE"/>
            </a:solidFill>
            <a:prstDash val="solid"/>
          </a:ln>
        </p:spPr>
      </p:sp>
      <p:sp>
        <p:nvSpPr>
          <p:cNvPr id="14" name="Card badge 2"/>
          <p:cNvSpPr txBox="1"/>
          <p:nvPr/>
        </p:nvSpPr>
        <p:spPr>
          <a:xfrm>
            <a:off x="6375400" y="4889500"/>
            <a:ext cx="355600" cy="35560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5" name="Card title 2"/>
          <p:cNvSpPr txBox="1"/>
          <p:nvPr/>
        </p:nvSpPr>
        <p:spPr>
          <a:xfrm>
            <a:off x="6883400" y="4876800"/>
            <a:ext cx="4318000" cy="304800"/>
          </a:xfrm>
          <a:prstGeom prst="rect">
            <a:avLst/>
          </a:prstGeom>
          <a:noFill/>
          <a:ln/>
        </p:spPr>
        <p:txBody>
          <a:bodyPr wrap="square" lIns="0" tIns="0" rIns="0" bIns="0" rtlCol="0" anchor="ctr"/>
          <a:lstStyle/>
          <a:p>
            <a:pPr indent="0" marL="0">
              <a:buNone/>
            </a:pPr>
            <a:r>
              <a:rPr lang="en-US" sz="1800" b="1" dirty="0">
                <a:solidFill>
                  <a:schemeClr val="tx1"/>
                </a:solidFill>
              </a:rPr>
              <a:t>Your name</a:t>
            </a:r>
            <a:endParaRPr lang="en-US" sz="1800" dirty="0"/>
          </a:p>
        </p:txBody>
      </p:sp>
      <p:sp>
        <p:nvSpPr>
          <p:cNvPr id="16" name="Card text 2"/>
          <p:cNvSpPr txBox="1"/>
          <p:nvPr/>
        </p:nvSpPr>
        <p:spPr>
          <a:xfrm>
            <a:off x="6883400" y="5219700"/>
            <a:ext cx="4318000" cy="533400"/>
          </a:xfrm>
          <a:prstGeom prst="rect">
            <a:avLst/>
          </a:prstGeom>
          <a:noFill/>
          <a:ln/>
        </p:spPr>
        <p:txBody>
          <a:bodyPr wrap="square" lIns="0" tIns="0" rIns="0" bIns="0" rtlCol="0" anchor="t"/>
          <a:lstStyle/>
          <a:p>
            <a:pPr indent="0" marL="0">
              <a:buNone/>
            </a:pPr>
            <a:r>
              <a:rPr lang="en-US" sz="1400" dirty="0">
                <a:solidFill>
                  <a:schemeClr val="accent5"/>
                </a:solidFill>
              </a:rPr>
              <a:t>Print your name clearly and correctly on the Student Name line.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812800" y="812800"/>
            <a:ext cx="7620000" cy="279400"/>
          </a:xfrm>
          <a:prstGeom prst="rect">
            <a:avLst/>
          </a:prstGeom>
          <a:noFill/>
          <a:ln/>
        </p:spPr>
        <p:txBody>
          <a:bodyPr wrap="square" lIns="0" tIns="0" rIns="0" bIns="0" rtlCol="0" anchor="ctr"/>
          <a:lstStyle/>
          <a:p>
            <a:pPr indent="0" marL="0">
              <a:buNone/>
            </a:pPr>
            <a:r>
              <a:rPr lang="en-US" sz="1400" b="1" spc="400" kern="0" dirty="0">
                <a:solidFill>
                  <a:schemeClr val="accent1"/>
                </a:solidFill>
              </a:rPr>
              <a:t>STUDENT NUMBER</a:t>
            </a:r>
            <a:endParaRPr lang="en-US" sz="1400" dirty="0"/>
          </a:p>
        </p:txBody>
      </p:sp>
      <p:sp>
        <p:nvSpPr>
          <p:cNvPr id="3" name="Text 0"/>
          <p:cNvSpPr/>
          <p:nvPr>
            <p:ph idx="100" type="title" hasCustomPrompt="1"/>
          </p:nvPr>
        </p:nvSpPr>
        <p:spPr>
          <a:xfrm>
            <a:off x="812800" y="1117600"/>
            <a:ext cx="10566400" cy="533400"/>
          </a:xfrm>
          <a:prstGeom prst="rect">
            <a:avLst/>
          </a:prstGeom>
          <a:noFill/>
          <a:ln/>
        </p:spPr>
        <p:txBody>
          <a:bodyPr wrap="square" lIns="0" tIns="0" rIns="0" bIns="0" rtlCol="0" anchor="t"/>
          <a:lstStyle/>
          <a:p>
            <a:pPr algn="l" indent="0" marL="0">
              <a:buNone/>
            </a:pPr>
            <a:r>
              <a:rPr lang="en-US" sz="3600" b="1" dirty="0">
                <a:solidFill>
                  <a:schemeClr val="tx1"/>
                </a:solidFill>
              </a:rPr>
              <a:t>Fill in your student number</a:t>
            </a:r>
            <a:endParaRPr lang="en-US" sz="3600" dirty="0"/>
          </a:p>
        </p:txBody>
      </p:sp>
      <p:pic>
        <p:nvPicPr>
          <p:cNvPr id="4" name="Image 0" descr="The Student Number section of the bubble sheet: nine numbered boxes, each with a row of digit bubbles 0 to 9 to its right">    </p:cNvPr>
          <p:cNvPicPr>
            <a:picLocks noChangeAspect="1"/>
          </p:cNvPicPr>
          <p:nvPr/>
        </p:nvPicPr>
        <p:blipFill>
          <a:blip r:embed="rId1"/>
          <a:stretch>
            <a:fillRect/>
          </a:stretch>
        </p:blipFill>
        <p:spPr>
          <a:xfrm>
            <a:off x="812800" y="1841500"/>
            <a:ext cx="5080000" cy="3244850"/>
          </a:xfrm>
          <a:prstGeom prst="rect">
            <a:avLst/>
          </a:prstGeom>
        </p:spPr>
      </p:pic>
      <p:sp>
        <p:nvSpPr>
          <p:cNvPr id="5" name="Options lead-in"/>
          <p:cNvSpPr txBox="1"/>
          <p:nvPr/>
        </p:nvSpPr>
        <p:spPr>
          <a:xfrm>
            <a:off x="6299200" y="1841500"/>
            <a:ext cx="5080000" cy="355600"/>
          </a:xfrm>
          <a:prstGeom prst="rect">
            <a:avLst/>
          </a:prstGeom>
          <a:noFill/>
          <a:ln/>
        </p:spPr>
        <p:txBody>
          <a:bodyPr wrap="square" lIns="0" tIns="0" rIns="0" bIns="0" rtlCol="0" anchor="ctr"/>
          <a:lstStyle/>
          <a:p>
            <a:pPr indent="0" marL="0">
              <a:buNone/>
            </a:pPr>
            <a:r>
              <a:rPr lang="en-US" sz="2000" b="1" dirty="0">
                <a:solidFill>
                  <a:schemeClr val="accent1"/>
                </a:solidFill>
              </a:rPr>
              <a:t>You have 2 options:</a:t>
            </a:r>
            <a:endParaRPr lang="en-US" sz="2000" dirty="0"/>
          </a:p>
        </p:txBody>
      </p:sp>
      <p:sp>
        <p:nvSpPr>
          <p:cNvPr id="6" name="Option card 1"/>
          <p:cNvSpPr/>
          <p:nvPr/>
        </p:nvSpPr>
        <p:spPr>
          <a:xfrm>
            <a:off x="6299200" y="2349500"/>
            <a:ext cx="5080000" cy="1244600"/>
          </a:xfrm>
          <a:prstGeom prst="roundRect">
            <a:avLst>
              <a:gd name="adj" fmla="val 8082"/>
            </a:avLst>
          </a:prstGeom>
          <a:solidFill>
            <a:schemeClr val="bg1"/>
          </a:solidFill>
          <a:ln w="9525">
            <a:solidFill>
              <a:srgbClr val="E3D9CE"/>
            </a:solidFill>
            <a:prstDash val="solid"/>
          </a:ln>
        </p:spPr>
      </p:sp>
      <p:sp>
        <p:nvSpPr>
          <p:cNvPr id="7" name="Option title 1"/>
          <p:cNvSpPr txBox="1"/>
          <p:nvPr/>
        </p:nvSpPr>
        <p:spPr>
          <a:xfrm>
            <a:off x="6477000" y="2514600"/>
            <a:ext cx="4724400" cy="330200"/>
          </a:xfrm>
          <a:prstGeom prst="rect">
            <a:avLst/>
          </a:prstGeom>
          <a:noFill/>
          <a:ln/>
        </p:spPr>
        <p:txBody>
          <a:bodyPr wrap="square" lIns="0" tIns="0" rIns="0" bIns="0" rtlCol="0" anchor="ctr"/>
          <a:lstStyle/>
          <a:p>
            <a:pPr indent="0" marL="0">
              <a:buNone/>
            </a:pPr>
            <a:r>
              <a:rPr lang="en-US" sz="2000" b="1" dirty="0">
                <a:solidFill>
                  <a:schemeClr val="tx1"/>
                </a:solidFill>
              </a:rPr>
              <a:t>7 digits</a:t>
            </a:r>
            <a:endParaRPr lang="en-US" sz="2000" dirty="0"/>
          </a:p>
        </p:txBody>
      </p:sp>
      <p:sp>
        <p:nvSpPr>
          <p:cNvPr id="8" name="Option text 1"/>
          <p:cNvSpPr txBox="1"/>
          <p:nvPr/>
        </p:nvSpPr>
        <p:spPr>
          <a:xfrm>
            <a:off x="6477000" y="2895600"/>
            <a:ext cx="4724400" cy="546100"/>
          </a:xfrm>
          <a:prstGeom prst="rect">
            <a:avLst/>
          </a:prstGeom>
          <a:noFill/>
          <a:ln/>
        </p:spPr>
        <p:txBody>
          <a:bodyPr wrap="square" lIns="0" tIns="0" rIns="0" bIns="0" rtlCol="0" anchor="t"/>
          <a:lstStyle/>
          <a:p>
            <a:pPr indent="0" marL="0">
              <a:buNone/>
            </a:pPr>
            <a:r>
              <a:rPr lang="en-US" sz="1500" dirty="0">
                <a:solidFill>
                  <a:schemeClr val="accent5"/>
                </a:solidFill>
              </a:rPr>
              <a:t>Your student ID in boxes 1 to 7. Leave boxes 8 and 9 empty.</a:t>
            </a:r>
            <a:endParaRPr lang="en-US" sz="1500" dirty="0"/>
          </a:p>
        </p:txBody>
      </p:sp>
      <p:sp>
        <p:nvSpPr>
          <p:cNvPr id="9" name="Option card 2"/>
          <p:cNvSpPr/>
          <p:nvPr/>
        </p:nvSpPr>
        <p:spPr>
          <a:xfrm>
            <a:off x="6299200" y="3746500"/>
            <a:ext cx="5080000" cy="1244600"/>
          </a:xfrm>
          <a:prstGeom prst="roundRect">
            <a:avLst>
              <a:gd name="adj" fmla="val 8082"/>
            </a:avLst>
          </a:prstGeom>
          <a:solidFill>
            <a:schemeClr val="bg1"/>
          </a:solidFill>
          <a:ln w="9525">
            <a:solidFill>
              <a:srgbClr val="E3D9CE"/>
            </a:solidFill>
            <a:prstDash val="solid"/>
          </a:ln>
        </p:spPr>
      </p:sp>
      <p:sp>
        <p:nvSpPr>
          <p:cNvPr id="10" name="Option title 2"/>
          <p:cNvSpPr txBox="1"/>
          <p:nvPr/>
        </p:nvSpPr>
        <p:spPr>
          <a:xfrm>
            <a:off x="6477000" y="3911600"/>
            <a:ext cx="4724400" cy="330200"/>
          </a:xfrm>
          <a:prstGeom prst="rect">
            <a:avLst/>
          </a:prstGeom>
          <a:noFill/>
          <a:ln/>
        </p:spPr>
        <p:txBody>
          <a:bodyPr wrap="square" lIns="0" tIns="0" rIns="0" bIns="0" rtlCol="0" anchor="ctr"/>
          <a:lstStyle/>
          <a:p>
            <a:pPr indent="0" marL="0">
              <a:buNone/>
            </a:pPr>
            <a:r>
              <a:rPr lang="en-US" sz="2000" b="1" dirty="0">
                <a:solidFill>
                  <a:schemeClr val="tx1"/>
                </a:solidFill>
              </a:rPr>
              <a:t>9 digits</a:t>
            </a:r>
            <a:endParaRPr lang="en-US" sz="2000" dirty="0"/>
          </a:p>
        </p:txBody>
      </p:sp>
      <p:sp>
        <p:nvSpPr>
          <p:cNvPr id="11" name="Option text 2"/>
          <p:cNvSpPr txBox="1"/>
          <p:nvPr/>
        </p:nvSpPr>
        <p:spPr>
          <a:xfrm>
            <a:off x="6477000" y="4292600"/>
            <a:ext cx="4724400" cy="546100"/>
          </a:xfrm>
          <a:prstGeom prst="rect">
            <a:avLst/>
          </a:prstGeom>
          <a:noFill/>
          <a:ln/>
        </p:spPr>
        <p:txBody>
          <a:bodyPr wrap="square" lIns="0" tIns="0" rIns="0" bIns="0" rtlCol="0" anchor="t"/>
          <a:lstStyle/>
          <a:p>
            <a:pPr indent="0" marL="0">
              <a:buNone/>
            </a:pPr>
            <a:r>
              <a:rPr lang="en-US" sz="1500" dirty="0">
                <a:solidFill>
                  <a:schemeClr val="accent5"/>
                </a:solidFill>
              </a:rPr>
              <a:t>Add 0 0 at the start, then your 7-digit ID, in boxes 1 to 9.</a:t>
            </a:r>
            <a:endParaRPr lang="en-US" sz="1500" dirty="0"/>
          </a:p>
        </p:txBody>
      </p:sp>
      <p:sp>
        <p:nvSpPr>
          <p:cNvPr id="12" name="Reminder box"/>
          <p:cNvSpPr/>
          <p:nvPr/>
        </p:nvSpPr>
        <p:spPr>
          <a:xfrm>
            <a:off x="6299200" y="5143500"/>
            <a:ext cx="5080000" cy="901700"/>
          </a:xfrm>
          <a:prstGeom prst="roundRect">
            <a:avLst>
              <a:gd name="adj" fmla="val 11155"/>
            </a:avLst>
          </a:prstGeom>
          <a:solidFill>
            <a:schemeClr val="accent1"/>
          </a:solidFill>
          <a:ln/>
        </p:spPr>
      </p:sp>
      <p:sp>
        <p:nvSpPr>
          <p:cNvPr id="13" name="Reminder"/>
          <p:cNvSpPr txBox="1"/>
          <p:nvPr/>
        </p:nvSpPr>
        <p:spPr>
          <a:xfrm>
            <a:off x="6477000" y="5270500"/>
            <a:ext cx="4724400" cy="647700"/>
          </a:xfrm>
          <a:prstGeom prst="rect">
            <a:avLst/>
          </a:prstGeom>
          <a:noFill/>
          <a:ln/>
        </p:spPr>
        <p:txBody>
          <a:bodyPr wrap="square" lIns="0" tIns="0" rIns="0" bIns="0" rtlCol="0" anchor="ctr"/>
          <a:lstStyle/>
          <a:p>
            <a:pPr algn="l" indent="0" marL="0">
              <a:buNone/>
            </a:pPr>
            <a:r>
              <a:rPr lang="en-US" sz="1600" b="1" dirty="0">
                <a:solidFill>
                  <a:schemeClr val="bg2"/>
                </a:solidFill>
              </a:rPr>
              <a:t>Fill in the bubble beside each box too. Writing the digits is not enough.</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812800" y="812800"/>
            <a:ext cx="7620000" cy="279400"/>
          </a:xfrm>
          <a:prstGeom prst="rect">
            <a:avLst/>
          </a:prstGeom>
          <a:noFill/>
          <a:ln/>
        </p:spPr>
        <p:txBody>
          <a:bodyPr wrap="square" lIns="0" tIns="0" rIns="0" bIns="0" rtlCol="0" anchor="ctr"/>
          <a:lstStyle/>
          <a:p>
            <a:pPr indent="0" marL="0">
              <a:buNone/>
            </a:pPr>
            <a:r>
              <a:rPr lang="en-US" sz="1400" b="1" spc="400" kern="0" dirty="0">
                <a:solidFill>
                  <a:schemeClr val="accent1"/>
                </a:solidFill>
              </a:rPr>
              <a:t>STUDENT NUMBER</a:t>
            </a:r>
            <a:endParaRPr lang="en-US" sz="1400" dirty="0"/>
          </a:p>
        </p:txBody>
      </p:sp>
      <p:sp>
        <p:nvSpPr>
          <p:cNvPr id="3" name="Text 0"/>
          <p:cNvSpPr/>
          <p:nvPr>
            <p:ph idx="100" type="title" hasCustomPrompt="1"/>
          </p:nvPr>
        </p:nvSpPr>
        <p:spPr>
          <a:xfrm>
            <a:off x="812800" y="1117600"/>
            <a:ext cx="10566400" cy="533400"/>
          </a:xfrm>
          <a:prstGeom prst="rect">
            <a:avLst/>
          </a:prstGeom>
          <a:noFill/>
          <a:ln/>
        </p:spPr>
        <p:txBody>
          <a:bodyPr wrap="square" lIns="0" tIns="0" rIns="0" bIns="0" rtlCol="0" anchor="t"/>
          <a:lstStyle/>
          <a:p>
            <a:pPr algn="l" indent="0" marL="0">
              <a:buNone/>
            </a:pPr>
            <a:r>
              <a:rPr lang="en-US" sz="3600" b="1" dirty="0">
                <a:solidFill>
                  <a:schemeClr val="tx1"/>
                </a:solidFill>
              </a:rPr>
              <a:t>Example with the made-up ID 1234567</a:t>
            </a:r>
            <a:endParaRPr lang="en-US" sz="3600" dirty="0"/>
          </a:p>
        </p:txBody>
      </p:sp>
      <p:sp>
        <p:nvSpPr>
          <p:cNvPr id="4" name="Panel title"/>
          <p:cNvSpPr txBox="1"/>
          <p:nvPr/>
        </p:nvSpPr>
        <p:spPr>
          <a:xfrm>
            <a:off x="1879600" y="1841500"/>
            <a:ext cx="3911600" cy="304800"/>
          </a:xfrm>
          <a:prstGeom prst="rect">
            <a:avLst/>
          </a:prstGeom>
          <a:noFill/>
          <a:ln/>
        </p:spPr>
        <p:txBody>
          <a:bodyPr wrap="square" lIns="0" tIns="0" rIns="0" bIns="0" rtlCol="0" anchor="ctr"/>
          <a:lstStyle/>
          <a:p>
            <a:pPr indent="0" marL="0">
              <a:buNone/>
            </a:pPr>
            <a:r>
              <a:rPr lang="en-US" sz="1700" b="1" dirty="0">
                <a:solidFill>
                  <a:schemeClr val="tx1"/>
                </a:solidFill>
              </a:rPr>
              <a:t>7-digit ID</a:t>
            </a:r>
            <a:endParaRPr lang="en-US" sz="1700" dirty="0"/>
          </a:p>
        </p:txBody>
      </p:sp>
      <p:sp>
        <p:nvSpPr>
          <p:cNvPr id="5" name="Digit header 0"/>
          <p:cNvSpPr txBox="1"/>
          <p:nvPr/>
        </p:nvSpPr>
        <p:spPr>
          <a:xfrm>
            <a:off x="2235200" y="2222500"/>
            <a:ext cx="355600" cy="228600"/>
          </a:xfrm>
          <a:prstGeom prst="rect">
            <a:avLst/>
          </a:prstGeom>
          <a:noFill/>
          <a:ln/>
        </p:spPr>
        <p:txBody>
          <a:bodyPr wrap="square" lIns="0" tIns="0" rIns="0" bIns="0" rtlCol="0" anchor="ctr"/>
          <a:lstStyle/>
          <a:p>
            <a:pPr algn="ctr" indent="0" marL="0">
              <a:buNone/>
            </a:pPr>
            <a:r>
              <a:rPr lang="en-US" sz="1400" b="1" dirty="0">
                <a:solidFill>
                  <a:schemeClr val="accent5"/>
                </a:solidFill>
              </a:rPr>
              <a:t>0</a:t>
            </a:r>
            <a:endParaRPr lang="en-US" sz="1400" dirty="0"/>
          </a:p>
        </p:txBody>
      </p:sp>
      <p:sp>
        <p:nvSpPr>
          <p:cNvPr id="6" name="Digit header 1"/>
          <p:cNvSpPr txBox="1"/>
          <p:nvPr/>
        </p:nvSpPr>
        <p:spPr>
          <a:xfrm>
            <a:off x="2590800" y="2222500"/>
            <a:ext cx="355600" cy="228600"/>
          </a:xfrm>
          <a:prstGeom prst="rect">
            <a:avLst/>
          </a:prstGeom>
          <a:noFill/>
          <a:ln/>
        </p:spPr>
        <p:txBody>
          <a:bodyPr wrap="square" lIns="0" tIns="0" rIns="0" bIns="0" rtlCol="0" anchor="ctr"/>
          <a:lstStyle/>
          <a:p>
            <a:pPr algn="ctr" indent="0" marL="0">
              <a:buNone/>
            </a:pPr>
            <a:r>
              <a:rPr lang="en-US" sz="1400" b="1" dirty="0">
                <a:solidFill>
                  <a:schemeClr val="accent5"/>
                </a:solidFill>
              </a:rPr>
              <a:t>1</a:t>
            </a:r>
            <a:endParaRPr lang="en-US" sz="1400" dirty="0"/>
          </a:p>
        </p:txBody>
      </p:sp>
      <p:sp>
        <p:nvSpPr>
          <p:cNvPr id="7" name="Digit header 2"/>
          <p:cNvSpPr txBox="1"/>
          <p:nvPr/>
        </p:nvSpPr>
        <p:spPr>
          <a:xfrm>
            <a:off x="2946400" y="2222500"/>
            <a:ext cx="355600" cy="228600"/>
          </a:xfrm>
          <a:prstGeom prst="rect">
            <a:avLst/>
          </a:prstGeom>
          <a:noFill/>
          <a:ln/>
        </p:spPr>
        <p:txBody>
          <a:bodyPr wrap="square" lIns="0" tIns="0" rIns="0" bIns="0" rtlCol="0" anchor="ctr"/>
          <a:lstStyle/>
          <a:p>
            <a:pPr algn="ctr" indent="0" marL="0">
              <a:buNone/>
            </a:pPr>
            <a:r>
              <a:rPr lang="en-US" sz="1400" b="1" dirty="0">
                <a:solidFill>
                  <a:schemeClr val="accent5"/>
                </a:solidFill>
              </a:rPr>
              <a:t>2</a:t>
            </a:r>
            <a:endParaRPr lang="en-US" sz="1400" dirty="0"/>
          </a:p>
        </p:txBody>
      </p:sp>
      <p:sp>
        <p:nvSpPr>
          <p:cNvPr id="8" name="Digit header 3"/>
          <p:cNvSpPr txBox="1"/>
          <p:nvPr/>
        </p:nvSpPr>
        <p:spPr>
          <a:xfrm>
            <a:off x="3302000" y="2222500"/>
            <a:ext cx="355600" cy="228600"/>
          </a:xfrm>
          <a:prstGeom prst="rect">
            <a:avLst/>
          </a:prstGeom>
          <a:noFill/>
          <a:ln/>
        </p:spPr>
        <p:txBody>
          <a:bodyPr wrap="square" lIns="0" tIns="0" rIns="0" bIns="0" rtlCol="0" anchor="ctr"/>
          <a:lstStyle/>
          <a:p>
            <a:pPr algn="ctr" indent="0" marL="0">
              <a:buNone/>
            </a:pPr>
            <a:r>
              <a:rPr lang="en-US" sz="1400" b="1" dirty="0">
                <a:solidFill>
                  <a:schemeClr val="accent5"/>
                </a:solidFill>
              </a:rPr>
              <a:t>3</a:t>
            </a:r>
            <a:endParaRPr lang="en-US" sz="1400" dirty="0"/>
          </a:p>
        </p:txBody>
      </p:sp>
      <p:sp>
        <p:nvSpPr>
          <p:cNvPr id="9" name="Digit header 4"/>
          <p:cNvSpPr txBox="1"/>
          <p:nvPr/>
        </p:nvSpPr>
        <p:spPr>
          <a:xfrm>
            <a:off x="3657600" y="2222500"/>
            <a:ext cx="355600" cy="228600"/>
          </a:xfrm>
          <a:prstGeom prst="rect">
            <a:avLst/>
          </a:prstGeom>
          <a:noFill/>
          <a:ln/>
        </p:spPr>
        <p:txBody>
          <a:bodyPr wrap="square" lIns="0" tIns="0" rIns="0" bIns="0" rtlCol="0" anchor="ctr"/>
          <a:lstStyle/>
          <a:p>
            <a:pPr algn="ctr" indent="0" marL="0">
              <a:buNone/>
            </a:pPr>
            <a:r>
              <a:rPr lang="en-US" sz="1400" b="1" dirty="0">
                <a:solidFill>
                  <a:schemeClr val="accent5"/>
                </a:solidFill>
              </a:rPr>
              <a:t>4</a:t>
            </a:r>
            <a:endParaRPr lang="en-US" sz="1400" dirty="0"/>
          </a:p>
        </p:txBody>
      </p:sp>
      <p:sp>
        <p:nvSpPr>
          <p:cNvPr id="10" name="Digit header 5"/>
          <p:cNvSpPr txBox="1"/>
          <p:nvPr/>
        </p:nvSpPr>
        <p:spPr>
          <a:xfrm>
            <a:off x="4013200" y="2222500"/>
            <a:ext cx="355600" cy="228600"/>
          </a:xfrm>
          <a:prstGeom prst="rect">
            <a:avLst/>
          </a:prstGeom>
          <a:noFill/>
          <a:ln/>
        </p:spPr>
        <p:txBody>
          <a:bodyPr wrap="square" lIns="0" tIns="0" rIns="0" bIns="0" rtlCol="0" anchor="ctr"/>
          <a:lstStyle/>
          <a:p>
            <a:pPr algn="ctr" indent="0" marL="0">
              <a:buNone/>
            </a:pPr>
            <a:r>
              <a:rPr lang="en-US" sz="1400" b="1" dirty="0">
                <a:solidFill>
                  <a:schemeClr val="accent5"/>
                </a:solidFill>
              </a:rPr>
              <a:t>5</a:t>
            </a:r>
            <a:endParaRPr lang="en-US" sz="1400" dirty="0"/>
          </a:p>
        </p:txBody>
      </p:sp>
      <p:sp>
        <p:nvSpPr>
          <p:cNvPr id="11" name="Digit header 6"/>
          <p:cNvSpPr txBox="1"/>
          <p:nvPr/>
        </p:nvSpPr>
        <p:spPr>
          <a:xfrm>
            <a:off x="4368800" y="2222500"/>
            <a:ext cx="355600" cy="228600"/>
          </a:xfrm>
          <a:prstGeom prst="rect">
            <a:avLst/>
          </a:prstGeom>
          <a:noFill/>
          <a:ln/>
        </p:spPr>
        <p:txBody>
          <a:bodyPr wrap="square" lIns="0" tIns="0" rIns="0" bIns="0" rtlCol="0" anchor="ctr"/>
          <a:lstStyle/>
          <a:p>
            <a:pPr algn="ctr" indent="0" marL="0">
              <a:buNone/>
            </a:pPr>
            <a:r>
              <a:rPr lang="en-US" sz="1400" b="1" dirty="0">
                <a:solidFill>
                  <a:schemeClr val="accent5"/>
                </a:solidFill>
              </a:rPr>
              <a:t>6</a:t>
            </a:r>
            <a:endParaRPr lang="en-US" sz="1400" dirty="0"/>
          </a:p>
        </p:txBody>
      </p:sp>
      <p:sp>
        <p:nvSpPr>
          <p:cNvPr id="12" name="Digit header 7"/>
          <p:cNvSpPr txBox="1"/>
          <p:nvPr/>
        </p:nvSpPr>
        <p:spPr>
          <a:xfrm>
            <a:off x="4724400" y="2222500"/>
            <a:ext cx="355600" cy="228600"/>
          </a:xfrm>
          <a:prstGeom prst="rect">
            <a:avLst/>
          </a:prstGeom>
          <a:noFill/>
          <a:ln/>
        </p:spPr>
        <p:txBody>
          <a:bodyPr wrap="square" lIns="0" tIns="0" rIns="0" bIns="0" rtlCol="0" anchor="ctr"/>
          <a:lstStyle/>
          <a:p>
            <a:pPr algn="ctr" indent="0" marL="0">
              <a:buNone/>
            </a:pPr>
            <a:r>
              <a:rPr lang="en-US" sz="1400" b="1" dirty="0">
                <a:solidFill>
                  <a:schemeClr val="accent5"/>
                </a:solidFill>
              </a:rPr>
              <a:t>7</a:t>
            </a:r>
            <a:endParaRPr lang="en-US" sz="1400" dirty="0"/>
          </a:p>
        </p:txBody>
      </p:sp>
      <p:sp>
        <p:nvSpPr>
          <p:cNvPr id="13" name="Digit header 8"/>
          <p:cNvSpPr txBox="1"/>
          <p:nvPr/>
        </p:nvSpPr>
        <p:spPr>
          <a:xfrm>
            <a:off x="5080000" y="2222500"/>
            <a:ext cx="355600" cy="228600"/>
          </a:xfrm>
          <a:prstGeom prst="rect">
            <a:avLst/>
          </a:prstGeom>
          <a:noFill/>
          <a:ln/>
        </p:spPr>
        <p:txBody>
          <a:bodyPr wrap="square" lIns="0" tIns="0" rIns="0" bIns="0" rtlCol="0" anchor="ctr"/>
          <a:lstStyle/>
          <a:p>
            <a:pPr algn="ctr" indent="0" marL="0">
              <a:buNone/>
            </a:pPr>
            <a:r>
              <a:rPr lang="en-US" sz="1400" b="1" dirty="0">
                <a:solidFill>
                  <a:schemeClr val="accent5"/>
                </a:solidFill>
              </a:rPr>
              <a:t>8</a:t>
            </a:r>
            <a:endParaRPr lang="en-US" sz="1400" dirty="0"/>
          </a:p>
        </p:txBody>
      </p:sp>
      <p:sp>
        <p:nvSpPr>
          <p:cNvPr id="14" name="Digit header 9"/>
          <p:cNvSpPr txBox="1"/>
          <p:nvPr/>
        </p:nvSpPr>
        <p:spPr>
          <a:xfrm>
            <a:off x="5435600" y="2222500"/>
            <a:ext cx="355600" cy="228600"/>
          </a:xfrm>
          <a:prstGeom prst="rect">
            <a:avLst/>
          </a:prstGeom>
          <a:noFill/>
          <a:ln/>
        </p:spPr>
        <p:txBody>
          <a:bodyPr wrap="square" lIns="0" tIns="0" rIns="0" bIns="0" rtlCol="0" anchor="ctr"/>
          <a:lstStyle/>
          <a:p>
            <a:pPr algn="ctr" indent="0" marL="0">
              <a:buNone/>
            </a:pPr>
            <a:r>
              <a:rPr lang="en-US" sz="1400" b="1" dirty="0">
                <a:solidFill>
                  <a:schemeClr val="accent5"/>
                </a:solidFill>
              </a:rPr>
              <a:t>9</a:t>
            </a:r>
            <a:endParaRPr lang="en-US" sz="1400" dirty="0"/>
          </a:p>
        </p:txBody>
      </p:sp>
      <p:sp>
        <p:nvSpPr>
          <p:cNvPr id="15" name="Box number 1"/>
          <p:cNvSpPr txBox="1"/>
          <p:nvPr/>
        </p:nvSpPr>
        <p:spPr>
          <a:xfrm>
            <a:off x="1879600" y="2527300"/>
            <a:ext cx="355600" cy="279400"/>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6" name="Bubble r1 d0"/>
          <p:cNvSpPr/>
          <p:nvPr/>
        </p:nvSpPr>
        <p:spPr>
          <a:xfrm>
            <a:off x="2311400" y="2565400"/>
            <a:ext cx="203200" cy="203200"/>
          </a:xfrm>
          <a:prstGeom prst="ellipse">
            <a:avLst/>
          </a:prstGeom>
          <a:ln w="19050">
            <a:solidFill>
              <a:schemeClr val="accent1"/>
            </a:solidFill>
            <a:prstDash val="solid"/>
          </a:ln>
        </p:spPr>
      </p:sp>
      <p:sp>
        <p:nvSpPr>
          <p:cNvPr id="17" name="Bubble r1 d1"/>
          <p:cNvSpPr/>
          <p:nvPr/>
        </p:nvSpPr>
        <p:spPr>
          <a:xfrm>
            <a:off x="2667000" y="2565400"/>
            <a:ext cx="203200" cy="203200"/>
          </a:xfrm>
          <a:prstGeom prst="ellipse">
            <a:avLst/>
          </a:prstGeom>
          <a:solidFill>
            <a:srgbClr val="3A3A3A"/>
          </a:solidFill>
          <a:ln w="19050">
            <a:solidFill>
              <a:schemeClr val="accent1"/>
            </a:solidFill>
            <a:prstDash val="solid"/>
          </a:ln>
        </p:spPr>
      </p:sp>
      <p:sp>
        <p:nvSpPr>
          <p:cNvPr id="18" name="Bubble r1 d2"/>
          <p:cNvSpPr/>
          <p:nvPr/>
        </p:nvSpPr>
        <p:spPr>
          <a:xfrm>
            <a:off x="3022600" y="2565400"/>
            <a:ext cx="203200" cy="203200"/>
          </a:xfrm>
          <a:prstGeom prst="ellipse">
            <a:avLst/>
          </a:prstGeom>
          <a:ln w="19050">
            <a:solidFill>
              <a:schemeClr val="accent1"/>
            </a:solidFill>
            <a:prstDash val="solid"/>
          </a:ln>
        </p:spPr>
      </p:sp>
      <p:sp>
        <p:nvSpPr>
          <p:cNvPr id="19" name="Bubble r1 d3"/>
          <p:cNvSpPr/>
          <p:nvPr/>
        </p:nvSpPr>
        <p:spPr>
          <a:xfrm>
            <a:off x="3378200" y="2565400"/>
            <a:ext cx="203200" cy="203200"/>
          </a:xfrm>
          <a:prstGeom prst="ellipse">
            <a:avLst/>
          </a:prstGeom>
          <a:ln w="19050">
            <a:solidFill>
              <a:schemeClr val="accent1"/>
            </a:solidFill>
            <a:prstDash val="solid"/>
          </a:ln>
        </p:spPr>
      </p:sp>
      <p:sp>
        <p:nvSpPr>
          <p:cNvPr id="20" name="Bubble r1 d4"/>
          <p:cNvSpPr/>
          <p:nvPr/>
        </p:nvSpPr>
        <p:spPr>
          <a:xfrm>
            <a:off x="3733800" y="2565400"/>
            <a:ext cx="203200" cy="203200"/>
          </a:xfrm>
          <a:prstGeom prst="ellipse">
            <a:avLst/>
          </a:prstGeom>
          <a:ln w="19050">
            <a:solidFill>
              <a:schemeClr val="accent1"/>
            </a:solidFill>
            <a:prstDash val="solid"/>
          </a:ln>
        </p:spPr>
      </p:sp>
      <p:sp>
        <p:nvSpPr>
          <p:cNvPr id="21" name="Bubble r1 d5"/>
          <p:cNvSpPr/>
          <p:nvPr/>
        </p:nvSpPr>
        <p:spPr>
          <a:xfrm>
            <a:off x="4089400" y="2565400"/>
            <a:ext cx="203200" cy="203200"/>
          </a:xfrm>
          <a:prstGeom prst="ellipse">
            <a:avLst/>
          </a:prstGeom>
          <a:ln w="19050">
            <a:solidFill>
              <a:schemeClr val="accent1"/>
            </a:solidFill>
            <a:prstDash val="solid"/>
          </a:ln>
        </p:spPr>
      </p:sp>
      <p:sp>
        <p:nvSpPr>
          <p:cNvPr id="22" name="Bubble r1 d6"/>
          <p:cNvSpPr/>
          <p:nvPr/>
        </p:nvSpPr>
        <p:spPr>
          <a:xfrm>
            <a:off x="4445000" y="2565400"/>
            <a:ext cx="203200" cy="203200"/>
          </a:xfrm>
          <a:prstGeom prst="ellipse">
            <a:avLst/>
          </a:prstGeom>
          <a:ln w="19050">
            <a:solidFill>
              <a:schemeClr val="accent1"/>
            </a:solidFill>
            <a:prstDash val="solid"/>
          </a:ln>
        </p:spPr>
      </p:sp>
      <p:sp>
        <p:nvSpPr>
          <p:cNvPr id="23" name="Bubble r1 d7"/>
          <p:cNvSpPr/>
          <p:nvPr/>
        </p:nvSpPr>
        <p:spPr>
          <a:xfrm>
            <a:off x="4800600" y="2565400"/>
            <a:ext cx="203200" cy="203200"/>
          </a:xfrm>
          <a:prstGeom prst="ellipse">
            <a:avLst/>
          </a:prstGeom>
          <a:ln w="19050">
            <a:solidFill>
              <a:schemeClr val="accent1"/>
            </a:solidFill>
            <a:prstDash val="solid"/>
          </a:ln>
        </p:spPr>
      </p:sp>
      <p:sp>
        <p:nvSpPr>
          <p:cNvPr id="24" name="Bubble r1 d8"/>
          <p:cNvSpPr/>
          <p:nvPr/>
        </p:nvSpPr>
        <p:spPr>
          <a:xfrm>
            <a:off x="5156200" y="2565400"/>
            <a:ext cx="203200" cy="203200"/>
          </a:xfrm>
          <a:prstGeom prst="ellipse">
            <a:avLst/>
          </a:prstGeom>
          <a:ln w="19050">
            <a:solidFill>
              <a:schemeClr val="accent1"/>
            </a:solidFill>
            <a:prstDash val="solid"/>
          </a:ln>
        </p:spPr>
      </p:sp>
      <p:sp>
        <p:nvSpPr>
          <p:cNvPr id="25" name="Bubble r1 d9"/>
          <p:cNvSpPr/>
          <p:nvPr/>
        </p:nvSpPr>
        <p:spPr>
          <a:xfrm>
            <a:off x="5511800" y="2565400"/>
            <a:ext cx="203200" cy="203200"/>
          </a:xfrm>
          <a:prstGeom prst="ellipse">
            <a:avLst/>
          </a:prstGeom>
          <a:ln w="19050">
            <a:solidFill>
              <a:schemeClr val="accent1"/>
            </a:solidFill>
            <a:prstDash val="solid"/>
          </a:ln>
        </p:spPr>
      </p:sp>
      <p:sp>
        <p:nvSpPr>
          <p:cNvPr id="26" name="Box number 2"/>
          <p:cNvSpPr txBox="1"/>
          <p:nvPr/>
        </p:nvSpPr>
        <p:spPr>
          <a:xfrm>
            <a:off x="1879600" y="2806700"/>
            <a:ext cx="355600" cy="279400"/>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27" name="Bubble r2 d0"/>
          <p:cNvSpPr/>
          <p:nvPr/>
        </p:nvSpPr>
        <p:spPr>
          <a:xfrm>
            <a:off x="2311400" y="2844800"/>
            <a:ext cx="203200" cy="203200"/>
          </a:xfrm>
          <a:prstGeom prst="ellipse">
            <a:avLst/>
          </a:prstGeom>
          <a:ln w="19050">
            <a:solidFill>
              <a:schemeClr val="accent1"/>
            </a:solidFill>
            <a:prstDash val="solid"/>
          </a:ln>
        </p:spPr>
      </p:sp>
      <p:sp>
        <p:nvSpPr>
          <p:cNvPr id="28" name="Bubble r2 d1"/>
          <p:cNvSpPr/>
          <p:nvPr/>
        </p:nvSpPr>
        <p:spPr>
          <a:xfrm>
            <a:off x="2667000" y="2844800"/>
            <a:ext cx="203200" cy="203200"/>
          </a:xfrm>
          <a:prstGeom prst="ellipse">
            <a:avLst/>
          </a:prstGeom>
          <a:ln w="19050">
            <a:solidFill>
              <a:schemeClr val="accent1"/>
            </a:solidFill>
            <a:prstDash val="solid"/>
          </a:ln>
        </p:spPr>
      </p:sp>
      <p:sp>
        <p:nvSpPr>
          <p:cNvPr id="29" name="Bubble r2 d2"/>
          <p:cNvSpPr/>
          <p:nvPr/>
        </p:nvSpPr>
        <p:spPr>
          <a:xfrm>
            <a:off x="3022600" y="2844800"/>
            <a:ext cx="203200" cy="203200"/>
          </a:xfrm>
          <a:prstGeom prst="ellipse">
            <a:avLst/>
          </a:prstGeom>
          <a:solidFill>
            <a:srgbClr val="3A3A3A"/>
          </a:solidFill>
          <a:ln w="19050">
            <a:solidFill>
              <a:schemeClr val="accent1"/>
            </a:solidFill>
            <a:prstDash val="solid"/>
          </a:ln>
        </p:spPr>
      </p:sp>
      <p:sp>
        <p:nvSpPr>
          <p:cNvPr id="30" name="Bubble r2 d3"/>
          <p:cNvSpPr/>
          <p:nvPr/>
        </p:nvSpPr>
        <p:spPr>
          <a:xfrm>
            <a:off x="3378200" y="2844800"/>
            <a:ext cx="203200" cy="203200"/>
          </a:xfrm>
          <a:prstGeom prst="ellipse">
            <a:avLst/>
          </a:prstGeom>
          <a:ln w="19050">
            <a:solidFill>
              <a:schemeClr val="accent1"/>
            </a:solidFill>
            <a:prstDash val="solid"/>
          </a:ln>
        </p:spPr>
      </p:sp>
      <p:sp>
        <p:nvSpPr>
          <p:cNvPr id="31" name="Bubble r2 d4"/>
          <p:cNvSpPr/>
          <p:nvPr/>
        </p:nvSpPr>
        <p:spPr>
          <a:xfrm>
            <a:off x="3733800" y="2844800"/>
            <a:ext cx="203200" cy="203200"/>
          </a:xfrm>
          <a:prstGeom prst="ellipse">
            <a:avLst/>
          </a:prstGeom>
          <a:ln w="19050">
            <a:solidFill>
              <a:schemeClr val="accent1"/>
            </a:solidFill>
            <a:prstDash val="solid"/>
          </a:ln>
        </p:spPr>
      </p:sp>
      <p:sp>
        <p:nvSpPr>
          <p:cNvPr id="32" name="Bubble r2 d5"/>
          <p:cNvSpPr/>
          <p:nvPr/>
        </p:nvSpPr>
        <p:spPr>
          <a:xfrm>
            <a:off x="4089400" y="2844800"/>
            <a:ext cx="203200" cy="203200"/>
          </a:xfrm>
          <a:prstGeom prst="ellipse">
            <a:avLst/>
          </a:prstGeom>
          <a:ln w="19050">
            <a:solidFill>
              <a:schemeClr val="accent1"/>
            </a:solidFill>
            <a:prstDash val="solid"/>
          </a:ln>
        </p:spPr>
      </p:sp>
      <p:sp>
        <p:nvSpPr>
          <p:cNvPr id="33" name="Bubble r2 d6"/>
          <p:cNvSpPr/>
          <p:nvPr/>
        </p:nvSpPr>
        <p:spPr>
          <a:xfrm>
            <a:off x="4445000" y="2844800"/>
            <a:ext cx="203200" cy="203200"/>
          </a:xfrm>
          <a:prstGeom prst="ellipse">
            <a:avLst/>
          </a:prstGeom>
          <a:ln w="19050">
            <a:solidFill>
              <a:schemeClr val="accent1"/>
            </a:solidFill>
            <a:prstDash val="solid"/>
          </a:ln>
        </p:spPr>
      </p:sp>
      <p:sp>
        <p:nvSpPr>
          <p:cNvPr id="34" name="Bubble r2 d7"/>
          <p:cNvSpPr/>
          <p:nvPr/>
        </p:nvSpPr>
        <p:spPr>
          <a:xfrm>
            <a:off x="4800600" y="2844800"/>
            <a:ext cx="203200" cy="203200"/>
          </a:xfrm>
          <a:prstGeom prst="ellipse">
            <a:avLst/>
          </a:prstGeom>
          <a:ln w="19050">
            <a:solidFill>
              <a:schemeClr val="accent1"/>
            </a:solidFill>
            <a:prstDash val="solid"/>
          </a:ln>
        </p:spPr>
      </p:sp>
      <p:sp>
        <p:nvSpPr>
          <p:cNvPr id="35" name="Bubble r2 d8"/>
          <p:cNvSpPr/>
          <p:nvPr/>
        </p:nvSpPr>
        <p:spPr>
          <a:xfrm>
            <a:off x="5156200" y="2844800"/>
            <a:ext cx="203200" cy="203200"/>
          </a:xfrm>
          <a:prstGeom prst="ellipse">
            <a:avLst/>
          </a:prstGeom>
          <a:ln w="19050">
            <a:solidFill>
              <a:schemeClr val="accent1"/>
            </a:solidFill>
            <a:prstDash val="solid"/>
          </a:ln>
        </p:spPr>
      </p:sp>
      <p:sp>
        <p:nvSpPr>
          <p:cNvPr id="36" name="Bubble r2 d9"/>
          <p:cNvSpPr/>
          <p:nvPr/>
        </p:nvSpPr>
        <p:spPr>
          <a:xfrm>
            <a:off x="5511800" y="2844800"/>
            <a:ext cx="203200" cy="203200"/>
          </a:xfrm>
          <a:prstGeom prst="ellipse">
            <a:avLst/>
          </a:prstGeom>
          <a:ln w="19050">
            <a:solidFill>
              <a:schemeClr val="accent1"/>
            </a:solidFill>
            <a:prstDash val="solid"/>
          </a:ln>
        </p:spPr>
      </p:sp>
      <p:sp>
        <p:nvSpPr>
          <p:cNvPr id="37" name="Box number 3"/>
          <p:cNvSpPr txBox="1"/>
          <p:nvPr/>
        </p:nvSpPr>
        <p:spPr>
          <a:xfrm>
            <a:off x="1879600" y="3086100"/>
            <a:ext cx="355600" cy="279400"/>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38" name="Bubble r3 d0"/>
          <p:cNvSpPr/>
          <p:nvPr/>
        </p:nvSpPr>
        <p:spPr>
          <a:xfrm>
            <a:off x="2311400" y="3124200"/>
            <a:ext cx="203200" cy="203200"/>
          </a:xfrm>
          <a:prstGeom prst="ellipse">
            <a:avLst/>
          </a:prstGeom>
          <a:ln w="19050">
            <a:solidFill>
              <a:schemeClr val="accent1"/>
            </a:solidFill>
            <a:prstDash val="solid"/>
          </a:ln>
        </p:spPr>
      </p:sp>
      <p:sp>
        <p:nvSpPr>
          <p:cNvPr id="39" name="Bubble r3 d1"/>
          <p:cNvSpPr/>
          <p:nvPr/>
        </p:nvSpPr>
        <p:spPr>
          <a:xfrm>
            <a:off x="2667000" y="3124200"/>
            <a:ext cx="203200" cy="203200"/>
          </a:xfrm>
          <a:prstGeom prst="ellipse">
            <a:avLst/>
          </a:prstGeom>
          <a:ln w="19050">
            <a:solidFill>
              <a:schemeClr val="accent1"/>
            </a:solidFill>
            <a:prstDash val="solid"/>
          </a:ln>
        </p:spPr>
      </p:sp>
      <p:sp>
        <p:nvSpPr>
          <p:cNvPr id="40" name="Bubble r3 d2"/>
          <p:cNvSpPr/>
          <p:nvPr/>
        </p:nvSpPr>
        <p:spPr>
          <a:xfrm>
            <a:off x="3022600" y="3124200"/>
            <a:ext cx="203200" cy="203200"/>
          </a:xfrm>
          <a:prstGeom prst="ellipse">
            <a:avLst/>
          </a:prstGeom>
          <a:ln w="19050">
            <a:solidFill>
              <a:schemeClr val="accent1"/>
            </a:solidFill>
            <a:prstDash val="solid"/>
          </a:ln>
        </p:spPr>
      </p:sp>
      <p:sp>
        <p:nvSpPr>
          <p:cNvPr id="41" name="Bubble r3 d3"/>
          <p:cNvSpPr/>
          <p:nvPr/>
        </p:nvSpPr>
        <p:spPr>
          <a:xfrm>
            <a:off x="3378200" y="3124200"/>
            <a:ext cx="203200" cy="203200"/>
          </a:xfrm>
          <a:prstGeom prst="ellipse">
            <a:avLst/>
          </a:prstGeom>
          <a:solidFill>
            <a:srgbClr val="3A3A3A"/>
          </a:solidFill>
          <a:ln w="19050">
            <a:solidFill>
              <a:schemeClr val="accent1"/>
            </a:solidFill>
            <a:prstDash val="solid"/>
          </a:ln>
        </p:spPr>
      </p:sp>
      <p:sp>
        <p:nvSpPr>
          <p:cNvPr id="42" name="Bubble r3 d4"/>
          <p:cNvSpPr/>
          <p:nvPr/>
        </p:nvSpPr>
        <p:spPr>
          <a:xfrm>
            <a:off x="3733800" y="3124200"/>
            <a:ext cx="203200" cy="203200"/>
          </a:xfrm>
          <a:prstGeom prst="ellipse">
            <a:avLst/>
          </a:prstGeom>
          <a:ln w="19050">
            <a:solidFill>
              <a:schemeClr val="accent1"/>
            </a:solidFill>
            <a:prstDash val="solid"/>
          </a:ln>
        </p:spPr>
      </p:sp>
      <p:sp>
        <p:nvSpPr>
          <p:cNvPr id="43" name="Bubble r3 d5"/>
          <p:cNvSpPr/>
          <p:nvPr/>
        </p:nvSpPr>
        <p:spPr>
          <a:xfrm>
            <a:off x="4089400" y="3124200"/>
            <a:ext cx="203200" cy="203200"/>
          </a:xfrm>
          <a:prstGeom prst="ellipse">
            <a:avLst/>
          </a:prstGeom>
          <a:ln w="19050">
            <a:solidFill>
              <a:schemeClr val="accent1"/>
            </a:solidFill>
            <a:prstDash val="solid"/>
          </a:ln>
        </p:spPr>
      </p:sp>
      <p:sp>
        <p:nvSpPr>
          <p:cNvPr id="44" name="Bubble r3 d6"/>
          <p:cNvSpPr/>
          <p:nvPr/>
        </p:nvSpPr>
        <p:spPr>
          <a:xfrm>
            <a:off x="4445000" y="3124200"/>
            <a:ext cx="203200" cy="203200"/>
          </a:xfrm>
          <a:prstGeom prst="ellipse">
            <a:avLst/>
          </a:prstGeom>
          <a:ln w="19050">
            <a:solidFill>
              <a:schemeClr val="accent1"/>
            </a:solidFill>
            <a:prstDash val="solid"/>
          </a:ln>
        </p:spPr>
      </p:sp>
      <p:sp>
        <p:nvSpPr>
          <p:cNvPr id="45" name="Bubble r3 d7"/>
          <p:cNvSpPr/>
          <p:nvPr/>
        </p:nvSpPr>
        <p:spPr>
          <a:xfrm>
            <a:off x="4800600" y="3124200"/>
            <a:ext cx="203200" cy="203200"/>
          </a:xfrm>
          <a:prstGeom prst="ellipse">
            <a:avLst/>
          </a:prstGeom>
          <a:ln w="19050">
            <a:solidFill>
              <a:schemeClr val="accent1"/>
            </a:solidFill>
            <a:prstDash val="solid"/>
          </a:ln>
        </p:spPr>
      </p:sp>
      <p:sp>
        <p:nvSpPr>
          <p:cNvPr id="46" name="Bubble r3 d8"/>
          <p:cNvSpPr/>
          <p:nvPr/>
        </p:nvSpPr>
        <p:spPr>
          <a:xfrm>
            <a:off x="5156200" y="3124200"/>
            <a:ext cx="203200" cy="203200"/>
          </a:xfrm>
          <a:prstGeom prst="ellipse">
            <a:avLst/>
          </a:prstGeom>
          <a:ln w="19050">
            <a:solidFill>
              <a:schemeClr val="accent1"/>
            </a:solidFill>
            <a:prstDash val="solid"/>
          </a:ln>
        </p:spPr>
      </p:sp>
      <p:sp>
        <p:nvSpPr>
          <p:cNvPr id="47" name="Bubble r3 d9"/>
          <p:cNvSpPr/>
          <p:nvPr/>
        </p:nvSpPr>
        <p:spPr>
          <a:xfrm>
            <a:off x="5511800" y="3124200"/>
            <a:ext cx="203200" cy="203200"/>
          </a:xfrm>
          <a:prstGeom prst="ellipse">
            <a:avLst/>
          </a:prstGeom>
          <a:ln w="19050">
            <a:solidFill>
              <a:schemeClr val="accent1"/>
            </a:solidFill>
            <a:prstDash val="solid"/>
          </a:ln>
        </p:spPr>
      </p:sp>
      <p:sp>
        <p:nvSpPr>
          <p:cNvPr id="48" name="Box number 4"/>
          <p:cNvSpPr txBox="1"/>
          <p:nvPr/>
        </p:nvSpPr>
        <p:spPr>
          <a:xfrm>
            <a:off x="1879600" y="3365500"/>
            <a:ext cx="355600" cy="279400"/>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49" name="Bubble r4 d0"/>
          <p:cNvSpPr/>
          <p:nvPr/>
        </p:nvSpPr>
        <p:spPr>
          <a:xfrm>
            <a:off x="2311400" y="3403600"/>
            <a:ext cx="203200" cy="203200"/>
          </a:xfrm>
          <a:prstGeom prst="ellipse">
            <a:avLst/>
          </a:prstGeom>
          <a:ln w="19050">
            <a:solidFill>
              <a:schemeClr val="accent1"/>
            </a:solidFill>
            <a:prstDash val="solid"/>
          </a:ln>
        </p:spPr>
      </p:sp>
      <p:sp>
        <p:nvSpPr>
          <p:cNvPr id="50" name="Bubble r4 d1"/>
          <p:cNvSpPr/>
          <p:nvPr/>
        </p:nvSpPr>
        <p:spPr>
          <a:xfrm>
            <a:off x="2667000" y="3403600"/>
            <a:ext cx="203200" cy="203200"/>
          </a:xfrm>
          <a:prstGeom prst="ellipse">
            <a:avLst/>
          </a:prstGeom>
          <a:ln w="19050">
            <a:solidFill>
              <a:schemeClr val="accent1"/>
            </a:solidFill>
            <a:prstDash val="solid"/>
          </a:ln>
        </p:spPr>
      </p:sp>
      <p:sp>
        <p:nvSpPr>
          <p:cNvPr id="51" name="Bubble r4 d2"/>
          <p:cNvSpPr/>
          <p:nvPr/>
        </p:nvSpPr>
        <p:spPr>
          <a:xfrm>
            <a:off x="3022600" y="3403600"/>
            <a:ext cx="203200" cy="203200"/>
          </a:xfrm>
          <a:prstGeom prst="ellipse">
            <a:avLst/>
          </a:prstGeom>
          <a:ln w="19050">
            <a:solidFill>
              <a:schemeClr val="accent1"/>
            </a:solidFill>
            <a:prstDash val="solid"/>
          </a:ln>
        </p:spPr>
      </p:sp>
      <p:sp>
        <p:nvSpPr>
          <p:cNvPr id="52" name="Bubble r4 d3"/>
          <p:cNvSpPr/>
          <p:nvPr/>
        </p:nvSpPr>
        <p:spPr>
          <a:xfrm>
            <a:off x="3378200" y="3403600"/>
            <a:ext cx="203200" cy="203200"/>
          </a:xfrm>
          <a:prstGeom prst="ellipse">
            <a:avLst/>
          </a:prstGeom>
          <a:ln w="19050">
            <a:solidFill>
              <a:schemeClr val="accent1"/>
            </a:solidFill>
            <a:prstDash val="solid"/>
          </a:ln>
        </p:spPr>
      </p:sp>
      <p:sp>
        <p:nvSpPr>
          <p:cNvPr id="53" name="Bubble r4 d4"/>
          <p:cNvSpPr/>
          <p:nvPr/>
        </p:nvSpPr>
        <p:spPr>
          <a:xfrm>
            <a:off x="3733800" y="3403600"/>
            <a:ext cx="203200" cy="203200"/>
          </a:xfrm>
          <a:prstGeom prst="ellipse">
            <a:avLst/>
          </a:prstGeom>
          <a:solidFill>
            <a:srgbClr val="3A3A3A"/>
          </a:solidFill>
          <a:ln w="19050">
            <a:solidFill>
              <a:schemeClr val="accent1"/>
            </a:solidFill>
            <a:prstDash val="solid"/>
          </a:ln>
        </p:spPr>
      </p:sp>
      <p:sp>
        <p:nvSpPr>
          <p:cNvPr id="54" name="Bubble r4 d5"/>
          <p:cNvSpPr/>
          <p:nvPr/>
        </p:nvSpPr>
        <p:spPr>
          <a:xfrm>
            <a:off x="4089400" y="3403600"/>
            <a:ext cx="203200" cy="203200"/>
          </a:xfrm>
          <a:prstGeom prst="ellipse">
            <a:avLst/>
          </a:prstGeom>
          <a:ln w="19050">
            <a:solidFill>
              <a:schemeClr val="accent1"/>
            </a:solidFill>
            <a:prstDash val="solid"/>
          </a:ln>
        </p:spPr>
      </p:sp>
      <p:sp>
        <p:nvSpPr>
          <p:cNvPr id="55" name="Bubble r4 d6"/>
          <p:cNvSpPr/>
          <p:nvPr/>
        </p:nvSpPr>
        <p:spPr>
          <a:xfrm>
            <a:off x="4445000" y="3403600"/>
            <a:ext cx="203200" cy="203200"/>
          </a:xfrm>
          <a:prstGeom prst="ellipse">
            <a:avLst/>
          </a:prstGeom>
          <a:ln w="19050">
            <a:solidFill>
              <a:schemeClr val="accent1"/>
            </a:solidFill>
            <a:prstDash val="solid"/>
          </a:ln>
        </p:spPr>
      </p:sp>
      <p:sp>
        <p:nvSpPr>
          <p:cNvPr id="56" name="Bubble r4 d7"/>
          <p:cNvSpPr/>
          <p:nvPr/>
        </p:nvSpPr>
        <p:spPr>
          <a:xfrm>
            <a:off x="4800600" y="3403600"/>
            <a:ext cx="203200" cy="203200"/>
          </a:xfrm>
          <a:prstGeom prst="ellipse">
            <a:avLst/>
          </a:prstGeom>
          <a:ln w="19050">
            <a:solidFill>
              <a:schemeClr val="accent1"/>
            </a:solidFill>
            <a:prstDash val="solid"/>
          </a:ln>
        </p:spPr>
      </p:sp>
      <p:sp>
        <p:nvSpPr>
          <p:cNvPr id="57" name="Bubble r4 d8"/>
          <p:cNvSpPr/>
          <p:nvPr/>
        </p:nvSpPr>
        <p:spPr>
          <a:xfrm>
            <a:off x="5156200" y="3403600"/>
            <a:ext cx="203200" cy="203200"/>
          </a:xfrm>
          <a:prstGeom prst="ellipse">
            <a:avLst/>
          </a:prstGeom>
          <a:ln w="19050">
            <a:solidFill>
              <a:schemeClr val="accent1"/>
            </a:solidFill>
            <a:prstDash val="solid"/>
          </a:ln>
        </p:spPr>
      </p:sp>
      <p:sp>
        <p:nvSpPr>
          <p:cNvPr id="58" name="Bubble r4 d9"/>
          <p:cNvSpPr/>
          <p:nvPr/>
        </p:nvSpPr>
        <p:spPr>
          <a:xfrm>
            <a:off x="5511800" y="3403600"/>
            <a:ext cx="203200" cy="203200"/>
          </a:xfrm>
          <a:prstGeom prst="ellipse">
            <a:avLst/>
          </a:prstGeom>
          <a:ln w="19050">
            <a:solidFill>
              <a:schemeClr val="accent1"/>
            </a:solidFill>
            <a:prstDash val="solid"/>
          </a:ln>
        </p:spPr>
      </p:sp>
      <p:sp>
        <p:nvSpPr>
          <p:cNvPr id="59" name="Box number 5"/>
          <p:cNvSpPr txBox="1"/>
          <p:nvPr/>
        </p:nvSpPr>
        <p:spPr>
          <a:xfrm>
            <a:off x="1879600" y="3644900"/>
            <a:ext cx="355600" cy="279400"/>
          </a:xfrm>
          <a:prstGeom prst="rect">
            <a:avLst/>
          </a:prstGeom>
          <a:no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60" name="Bubble r5 d0"/>
          <p:cNvSpPr/>
          <p:nvPr/>
        </p:nvSpPr>
        <p:spPr>
          <a:xfrm>
            <a:off x="2311400" y="3683000"/>
            <a:ext cx="203200" cy="203200"/>
          </a:xfrm>
          <a:prstGeom prst="ellipse">
            <a:avLst/>
          </a:prstGeom>
          <a:ln w="19050">
            <a:solidFill>
              <a:schemeClr val="accent1"/>
            </a:solidFill>
            <a:prstDash val="solid"/>
          </a:ln>
        </p:spPr>
      </p:sp>
      <p:sp>
        <p:nvSpPr>
          <p:cNvPr id="61" name="Bubble r5 d1"/>
          <p:cNvSpPr/>
          <p:nvPr/>
        </p:nvSpPr>
        <p:spPr>
          <a:xfrm>
            <a:off x="2667000" y="3683000"/>
            <a:ext cx="203200" cy="203200"/>
          </a:xfrm>
          <a:prstGeom prst="ellipse">
            <a:avLst/>
          </a:prstGeom>
          <a:ln w="19050">
            <a:solidFill>
              <a:schemeClr val="accent1"/>
            </a:solidFill>
            <a:prstDash val="solid"/>
          </a:ln>
        </p:spPr>
      </p:sp>
      <p:sp>
        <p:nvSpPr>
          <p:cNvPr id="62" name="Bubble r5 d2"/>
          <p:cNvSpPr/>
          <p:nvPr/>
        </p:nvSpPr>
        <p:spPr>
          <a:xfrm>
            <a:off x="3022600" y="3683000"/>
            <a:ext cx="203200" cy="203200"/>
          </a:xfrm>
          <a:prstGeom prst="ellipse">
            <a:avLst/>
          </a:prstGeom>
          <a:ln w="19050">
            <a:solidFill>
              <a:schemeClr val="accent1"/>
            </a:solidFill>
            <a:prstDash val="solid"/>
          </a:ln>
        </p:spPr>
      </p:sp>
      <p:sp>
        <p:nvSpPr>
          <p:cNvPr id="63" name="Bubble r5 d3"/>
          <p:cNvSpPr/>
          <p:nvPr/>
        </p:nvSpPr>
        <p:spPr>
          <a:xfrm>
            <a:off x="3378200" y="3683000"/>
            <a:ext cx="203200" cy="203200"/>
          </a:xfrm>
          <a:prstGeom prst="ellipse">
            <a:avLst/>
          </a:prstGeom>
          <a:ln w="19050">
            <a:solidFill>
              <a:schemeClr val="accent1"/>
            </a:solidFill>
            <a:prstDash val="solid"/>
          </a:ln>
        </p:spPr>
      </p:sp>
      <p:sp>
        <p:nvSpPr>
          <p:cNvPr id="64" name="Bubble r5 d4"/>
          <p:cNvSpPr/>
          <p:nvPr/>
        </p:nvSpPr>
        <p:spPr>
          <a:xfrm>
            <a:off x="3733800" y="3683000"/>
            <a:ext cx="203200" cy="203200"/>
          </a:xfrm>
          <a:prstGeom prst="ellipse">
            <a:avLst/>
          </a:prstGeom>
          <a:ln w="19050">
            <a:solidFill>
              <a:schemeClr val="accent1"/>
            </a:solidFill>
            <a:prstDash val="solid"/>
          </a:ln>
        </p:spPr>
      </p:sp>
      <p:sp>
        <p:nvSpPr>
          <p:cNvPr id="65" name="Bubble r5 d5"/>
          <p:cNvSpPr/>
          <p:nvPr/>
        </p:nvSpPr>
        <p:spPr>
          <a:xfrm>
            <a:off x="4089400" y="3683000"/>
            <a:ext cx="203200" cy="203200"/>
          </a:xfrm>
          <a:prstGeom prst="ellipse">
            <a:avLst/>
          </a:prstGeom>
          <a:solidFill>
            <a:srgbClr val="3A3A3A"/>
          </a:solidFill>
          <a:ln w="19050">
            <a:solidFill>
              <a:schemeClr val="accent1"/>
            </a:solidFill>
            <a:prstDash val="solid"/>
          </a:ln>
        </p:spPr>
      </p:sp>
      <p:sp>
        <p:nvSpPr>
          <p:cNvPr id="66" name="Bubble r5 d6"/>
          <p:cNvSpPr/>
          <p:nvPr/>
        </p:nvSpPr>
        <p:spPr>
          <a:xfrm>
            <a:off x="4445000" y="3683000"/>
            <a:ext cx="203200" cy="203200"/>
          </a:xfrm>
          <a:prstGeom prst="ellipse">
            <a:avLst/>
          </a:prstGeom>
          <a:ln w="19050">
            <a:solidFill>
              <a:schemeClr val="accent1"/>
            </a:solidFill>
            <a:prstDash val="solid"/>
          </a:ln>
        </p:spPr>
      </p:sp>
      <p:sp>
        <p:nvSpPr>
          <p:cNvPr id="67" name="Bubble r5 d7"/>
          <p:cNvSpPr/>
          <p:nvPr/>
        </p:nvSpPr>
        <p:spPr>
          <a:xfrm>
            <a:off x="4800600" y="3683000"/>
            <a:ext cx="203200" cy="203200"/>
          </a:xfrm>
          <a:prstGeom prst="ellipse">
            <a:avLst/>
          </a:prstGeom>
          <a:ln w="19050">
            <a:solidFill>
              <a:schemeClr val="accent1"/>
            </a:solidFill>
            <a:prstDash val="solid"/>
          </a:ln>
        </p:spPr>
      </p:sp>
      <p:sp>
        <p:nvSpPr>
          <p:cNvPr id="68" name="Bubble r5 d8"/>
          <p:cNvSpPr/>
          <p:nvPr/>
        </p:nvSpPr>
        <p:spPr>
          <a:xfrm>
            <a:off x="5156200" y="3683000"/>
            <a:ext cx="203200" cy="203200"/>
          </a:xfrm>
          <a:prstGeom prst="ellipse">
            <a:avLst/>
          </a:prstGeom>
          <a:ln w="19050">
            <a:solidFill>
              <a:schemeClr val="accent1"/>
            </a:solidFill>
            <a:prstDash val="solid"/>
          </a:ln>
        </p:spPr>
      </p:sp>
      <p:sp>
        <p:nvSpPr>
          <p:cNvPr id="69" name="Bubble r5 d9"/>
          <p:cNvSpPr/>
          <p:nvPr/>
        </p:nvSpPr>
        <p:spPr>
          <a:xfrm>
            <a:off x="5511800" y="3683000"/>
            <a:ext cx="203200" cy="203200"/>
          </a:xfrm>
          <a:prstGeom prst="ellipse">
            <a:avLst/>
          </a:prstGeom>
          <a:ln w="19050">
            <a:solidFill>
              <a:schemeClr val="accent1"/>
            </a:solidFill>
            <a:prstDash val="solid"/>
          </a:ln>
        </p:spPr>
      </p:sp>
      <p:sp>
        <p:nvSpPr>
          <p:cNvPr id="70" name="Box number 6"/>
          <p:cNvSpPr txBox="1"/>
          <p:nvPr/>
        </p:nvSpPr>
        <p:spPr>
          <a:xfrm>
            <a:off x="1879600" y="3924300"/>
            <a:ext cx="355600" cy="279400"/>
          </a:xfrm>
          <a:prstGeom prst="rect">
            <a:avLst/>
          </a:prstGeom>
          <a:noFill/>
          <a:ln/>
        </p:spPr>
        <p:txBody>
          <a:bodyPr wrap="square" lIns="0" tIns="0" rIns="0" bIns="0" rtlCol="0" anchor="ctr"/>
          <a:lstStyle/>
          <a:p>
            <a:pPr algn="ctr" indent="0" marL="0">
              <a:buNone/>
            </a:pPr>
            <a:r>
              <a:rPr lang="en-US" sz="1400" b="1" dirty="0">
                <a:solidFill>
                  <a:schemeClr val="tx1"/>
                </a:solidFill>
              </a:rPr>
              <a:t>6</a:t>
            </a:r>
            <a:endParaRPr lang="en-US" sz="1400" dirty="0"/>
          </a:p>
        </p:txBody>
      </p:sp>
      <p:sp>
        <p:nvSpPr>
          <p:cNvPr id="71" name="Bubble r6 d0"/>
          <p:cNvSpPr/>
          <p:nvPr/>
        </p:nvSpPr>
        <p:spPr>
          <a:xfrm>
            <a:off x="2311400" y="3962400"/>
            <a:ext cx="203200" cy="203200"/>
          </a:xfrm>
          <a:prstGeom prst="ellipse">
            <a:avLst/>
          </a:prstGeom>
          <a:ln w="19050">
            <a:solidFill>
              <a:schemeClr val="accent1"/>
            </a:solidFill>
            <a:prstDash val="solid"/>
          </a:ln>
        </p:spPr>
      </p:sp>
      <p:sp>
        <p:nvSpPr>
          <p:cNvPr id="72" name="Bubble r6 d1"/>
          <p:cNvSpPr/>
          <p:nvPr/>
        </p:nvSpPr>
        <p:spPr>
          <a:xfrm>
            <a:off x="2667000" y="3962400"/>
            <a:ext cx="203200" cy="203200"/>
          </a:xfrm>
          <a:prstGeom prst="ellipse">
            <a:avLst/>
          </a:prstGeom>
          <a:ln w="19050">
            <a:solidFill>
              <a:schemeClr val="accent1"/>
            </a:solidFill>
            <a:prstDash val="solid"/>
          </a:ln>
        </p:spPr>
      </p:sp>
      <p:sp>
        <p:nvSpPr>
          <p:cNvPr id="73" name="Bubble r6 d2"/>
          <p:cNvSpPr/>
          <p:nvPr/>
        </p:nvSpPr>
        <p:spPr>
          <a:xfrm>
            <a:off x="3022600" y="3962400"/>
            <a:ext cx="203200" cy="203200"/>
          </a:xfrm>
          <a:prstGeom prst="ellipse">
            <a:avLst/>
          </a:prstGeom>
          <a:ln w="19050">
            <a:solidFill>
              <a:schemeClr val="accent1"/>
            </a:solidFill>
            <a:prstDash val="solid"/>
          </a:ln>
        </p:spPr>
      </p:sp>
      <p:sp>
        <p:nvSpPr>
          <p:cNvPr id="74" name="Bubble r6 d3"/>
          <p:cNvSpPr/>
          <p:nvPr/>
        </p:nvSpPr>
        <p:spPr>
          <a:xfrm>
            <a:off x="3378200" y="3962400"/>
            <a:ext cx="203200" cy="203200"/>
          </a:xfrm>
          <a:prstGeom prst="ellipse">
            <a:avLst/>
          </a:prstGeom>
          <a:ln w="19050">
            <a:solidFill>
              <a:schemeClr val="accent1"/>
            </a:solidFill>
            <a:prstDash val="solid"/>
          </a:ln>
        </p:spPr>
      </p:sp>
      <p:sp>
        <p:nvSpPr>
          <p:cNvPr id="75" name="Bubble r6 d4"/>
          <p:cNvSpPr/>
          <p:nvPr/>
        </p:nvSpPr>
        <p:spPr>
          <a:xfrm>
            <a:off x="3733800" y="3962400"/>
            <a:ext cx="203200" cy="203200"/>
          </a:xfrm>
          <a:prstGeom prst="ellipse">
            <a:avLst/>
          </a:prstGeom>
          <a:ln w="19050">
            <a:solidFill>
              <a:schemeClr val="accent1"/>
            </a:solidFill>
            <a:prstDash val="solid"/>
          </a:ln>
        </p:spPr>
      </p:sp>
      <p:sp>
        <p:nvSpPr>
          <p:cNvPr id="76" name="Bubble r6 d5"/>
          <p:cNvSpPr/>
          <p:nvPr/>
        </p:nvSpPr>
        <p:spPr>
          <a:xfrm>
            <a:off x="4089400" y="3962400"/>
            <a:ext cx="203200" cy="203200"/>
          </a:xfrm>
          <a:prstGeom prst="ellipse">
            <a:avLst/>
          </a:prstGeom>
          <a:ln w="19050">
            <a:solidFill>
              <a:schemeClr val="accent1"/>
            </a:solidFill>
            <a:prstDash val="solid"/>
          </a:ln>
        </p:spPr>
      </p:sp>
      <p:sp>
        <p:nvSpPr>
          <p:cNvPr id="77" name="Bubble r6 d6"/>
          <p:cNvSpPr/>
          <p:nvPr/>
        </p:nvSpPr>
        <p:spPr>
          <a:xfrm>
            <a:off x="4445000" y="3962400"/>
            <a:ext cx="203200" cy="203200"/>
          </a:xfrm>
          <a:prstGeom prst="ellipse">
            <a:avLst/>
          </a:prstGeom>
          <a:solidFill>
            <a:srgbClr val="3A3A3A"/>
          </a:solidFill>
          <a:ln w="19050">
            <a:solidFill>
              <a:schemeClr val="accent1"/>
            </a:solidFill>
            <a:prstDash val="solid"/>
          </a:ln>
        </p:spPr>
      </p:sp>
      <p:sp>
        <p:nvSpPr>
          <p:cNvPr id="78" name="Bubble r6 d7"/>
          <p:cNvSpPr/>
          <p:nvPr/>
        </p:nvSpPr>
        <p:spPr>
          <a:xfrm>
            <a:off x="4800600" y="3962400"/>
            <a:ext cx="203200" cy="203200"/>
          </a:xfrm>
          <a:prstGeom prst="ellipse">
            <a:avLst/>
          </a:prstGeom>
          <a:ln w="19050">
            <a:solidFill>
              <a:schemeClr val="accent1"/>
            </a:solidFill>
            <a:prstDash val="solid"/>
          </a:ln>
        </p:spPr>
      </p:sp>
      <p:sp>
        <p:nvSpPr>
          <p:cNvPr id="79" name="Bubble r6 d8"/>
          <p:cNvSpPr/>
          <p:nvPr/>
        </p:nvSpPr>
        <p:spPr>
          <a:xfrm>
            <a:off x="5156200" y="3962400"/>
            <a:ext cx="203200" cy="203200"/>
          </a:xfrm>
          <a:prstGeom prst="ellipse">
            <a:avLst/>
          </a:prstGeom>
          <a:ln w="19050">
            <a:solidFill>
              <a:schemeClr val="accent1"/>
            </a:solidFill>
            <a:prstDash val="solid"/>
          </a:ln>
        </p:spPr>
      </p:sp>
      <p:sp>
        <p:nvSpPr>
          <p:cNvPr id="80" name="Bubble r6 d9"/>
          <p:cNvSpPr/>
          <p:nvPr/>
        </p:nvSpPr>
        <p:spPr>
          <a:xfrm>
            <a:off x="5511800" y="3962400"/>
            <a:ext cx="203200" cy="203200"/>
          </a:xfrm>
          <a:prstGeom prst="ellipse">
            <a:avLst/>
          </a:prstGeom>
          <a:ln w="19050">
            <a:solidFill>
              <a:schemeClr val="accent1"/>
            </a:solidFill>
            <a:prstDash val="solid"/>
          </a:ln>
        </p:spPr>
      </p:sp>
      <p:sp>
        <p:nvSpPr>
          <p:cNvPr id="81" name="Box number 7"/>
          <p:cNvSpPr txBox="1"/>
          <p:nvPr/>
        </p:nvSpPr>
        <p:spPr>
          <a:xfrm>
            <a:off x="1879600" y="4203700"/>
            <a:ext cx="355600" cy="279400"/>
          </a:xfrm>
          <a:prstGeom prst="rect">
            <a:avLst/>
          </a:prstGeom>
          <a:noFill/>
          <a:ln/>
        </p:spPr>
        <p:txBody>
          <a:bodyPr wrap="square" lIns="0" tIns="0" rIns="0" bIns="0" rtlCol="0" anchor="ctr"/>
          <a:lstStyle/>
          <a:p>
            <a:pPr algn="ctr" indent="0" marL="0">
              <a:buNone/>
            </a:pPr>
            <a:r>
              <a:rPr lang="en-US" sz="1400" b="1" dirty="0">
                <a:solidFill>
                  <a:schemeClr val="tx1"/>
                </a:solidFill>
              </a:rPr>
              <a:t>7</a:t>
            </a:r>
            <a:endParaRPr lang="en-US" sz="1400" dirty="0"/>
          </a:p>
        </p:txBody>
      </p:sp>
      <p:sp>
        <p:nvSpPr>
          <p:cNvPr id="82" name="Bubble r7 d0"/>
          <p:cNvSpPr/>
          <p:nvPr/>
        </p:nvSpPr>
        <p:spPr>
          <a:xfrm>
            <a:off x="2311400" y="4241800"/>
            <a:ext cx="203200" cy="203200"/>
          </a:xfrm>
          <a:prstGeom prst="ellipse">
            <a:avLst/>
          </a:prstGeom>
          <a:ln w="19050">
            <a:solidFill>
              <a:schemeClr val="accent1"/>
            </a:solidFill>
            <a:prstDash val="solid"/>
          </a:ln>
        </p:spPr>
      </p:sp>
      <p:sp>
        <p:nvSpPr>
          <p:cNvPr id="83" name="Bubble r7 d1"/>
          <p:cNvSpPr/>
          <p:nvPr/>
        </p:nvSpPr>
        <p:spPr>
          <a:xfrm>
            <a:off x="2667000" y="4241800"/>
            <a:ext cx="203200" cy="203200"/>
          </a:xfrm>
          <a:prstGeom prst="ellipse">
            <a:avLst/>
          </a:prstGeom>
          <a:ln w="19050">
            <a:solidFill>
              <a:schemeClr val="accent1"/>
            </a:solidFill>
            <a:prstDash val="solid"/>
          </a:ln>
        </p:spPr>
      </p:sp>
      <p:sp>
        <p:nvSpPr>
          <p:cNvPr id="84" name="Bubble r7 d2"/>
          <p:cNvSpPr/>
          <p:nvPr/>
        </p:nvSpPr>
        <p:spPr>
          <a:xfrm>
            <a:off x="3022600" y="4241800"/>
            <a:ext cx="203200" cy="203200"/>
          </a:xfrm>
          <a:prstGeom prst="ellipse">
            <a:avLst/>
          </a:prstGeom>
          <a:ln w="19050">
            <a:solidFill>
              <a:schemeClr val="accent1"/>
            </a:solidFill>
            <a:prstDash val="solid"/>
          </a:ln>
        </p:spPr>
      </p:sp>
      <p:sp>
        <p:nvSpPr>
          <p:cNvPr id="85" name="Bubble r7 d3"/>
          <p:cNvSpPr/>
          <p:nvPr/>
        </p:nvSpPr>
        <p:spPr>
          <a:xfrm>
            <a:off x="3378200" y="4241800"/>
            <a:ext cx="203200" cy="203200"/>
          </a:xfrm>
          <a:prstGeom prst="ellipse">
            <a:avLst/>
          </a:prstGeom>
          <a:ln w="19050">
            <a:solidFill>
              <a:schemeClr val="accent1"/>
            </a:solidFill>
            <a:prstDash val="solid"/>
          </a:ln>
        </p:spPr>
      </p:sp>
      <p:sp>
        <p:nvSpPr>
          <p:cNvPr id="86" name="Bubble r7 d4"/>
          <p:cNvSpPr/>
          <p:nvPr/>
        </p:nvSpPr>
        <p:spPr>
          <a:xfrm>
            <a:off x="3733800" y="4241800"/>
            <a:ext cx="203200" cy="203200"/>
          </a:xfrm>
          <a:prstGeom prst="ellipse">
            <a:avLst/>
          </a:prstGeom>
          <a:ln w="19050">
            <a:solidFill>
              <a:schemeClr val="accent1"/>
            </a:solidFill>
            <a:prstDash val="solid"/>
          </a:ln>
        </p:spPr>
      </p:sp>
      <p:sp>
        <p:nvSpPr>
          <p:cNvPr id="87" name="Bubble r7 d5"/>
          <p:cNvSpPr/>
          <p:nvPr/>
        </p:nvSpPr>
        <p:spPr>
          <a:xfrm>
            <a:off x="4089400" y="4241800"/>
            <a:ext cx="203200" cy="203200"/>
          </a:xfrm>
          <a:prstGeom prst="ellipse">
            <a:avLst/>
          </a:prstGeom>
          <a:ln w="19050">
            <a:solidFill>
              <a:schemeClr val="accent1"/>
            </a:solidFill>
            <a:prstDash val="solid"/>
          </a:ln>
        </p:spPr>
      </p:sp>
      <p:sp>
        <p:nvSpPr>
          <p:cNvPr id="88" name="Bubble r7 d6"/>
          <p:cNvSpPr/>
          <p:nvPr/>
        </p:nvSpPr>
        <p:spPr>
          <a:xfrm>
            <a:off x="4445000" y="4241800"/>
            <a:ext cx="203200" cy="203200"/>
          </a:xfrm>
          <a:prstGeom prst="ellipse">
            <a:avLst/>
          </a:prstGeom>
          <a:ln w="19050">
            <a:solidFill>
              <a:schemeClr val="accent1"/>
            </a:solidFill>
            <a:prstDash val="solid"/>
          </a:ln>
        </p:spPr>
      </p:sp>
      <p:sp>
        <p:nvSpPr>
          <p:cNvPr id="89" name="Bubble r7 d7"/>
          <p:cNvSpPr/>
          <p:nvPr/>
        </p:nvSpPr>
        <p:spPr>
          <a:xfrm>
            <a:off x="4800600" y="4241800"/>
            <a:ext cx="203200" cy="203200"/>
          </a:xfrm>
          <a:prstGeom prst="ellipse">
            <a:avLst/>
          </a:prstGeom>
          <a:solidFill>
            <a:srgbClr val="3A3A3A"/>
          </a:solidFill>
          <a:ln w="19050">
            <a:solidFill>
              <a:schemeClr val="accent1"/>
            </a:solidFill>
            <a:prstDash val="solid"/>
          </a:ln>
        </p:spPr>
      </p:sp>
      <p:sp>
        <p:nvSpPr>
          <p:cNvPr id="90" name="Bubble r7 d8"/>
          <p:cNvSpPr/>
          <p:nvPr/>
        </p:nvSpPr>
        <p:spPr>
          <a:xfrm>
            <a:off x="5156200" y="4241800"/>
            <a:ext cx="203200" cy="203200"/>
          </a:xfrm>
          <a:prstGeom prst="ellipse">
            <a:avLst/>
          </a:prstGeom>
          <a:ln w="19050">
            <a:solidFill>
              <a:schemeClr val="accent1"/>
            </a:solidFill>
            <a:prstDash val="solid"/>
          </a:ln>
        </p:spPr>
      </p:sp>
      <p:sp>
        <p:nvSpPr>
          <p:cNvPr id="91" name="Bubble r7 d9"/>
          <p:cNvSpPr/>
          <p:nvPr/>
        </p:nvSpPr>
        <p:spPr>
          <a:xfrm>
            <a:off x="5511800" y="4241800"/>
            <a:ext cx="203200" cy="203200"/>
          </a:xfrm>
          <a:prstGeom prst="ellipse">
            <a:avLst/>
          </a:prstGeom>
          <a:ln w="19050">
            <a:solidFill>
              <a:schemeClr val="accent1"/>
            </a:solidFill>
            <a:prstDash val="solid"/>
          </a:ln>
        </p:spPr>
      </p:sp>
      <p:sp>
        <p:nvSpPr>
          <p:cNvPr id="92" name="Box number 8"/>
          <p:cNvSpPr txBox="1"/>
          <p:nvPr/>
        </p:nvSpPr>
        <p:spPr>
          <a:xfrm>
            <a:off x="1879600" y="4483100"/>
            <a:ext cx="355600" cy="279400"/>
          </a:xfrm>
          <a:prstGeom prst="rect">
            <a:avLst/>
          </a:prstGeom>
          <a:noFill/>
          <a:ln/>
        </p:spPr>
        <p:txBody>
          <a:bodyPr wrap="square" lIns="0" tIns="0" rIns="0" bIns="0" rtlCol="0" anchor="ctr"/>
          <a:lstStyle/>
          <a:p>
            <a:pPr algn="ctr" indent="0" marL="0">
              <a:buNone/>
            </a:pPr>
            <a:r>
              <a:rPr lang="en-US" sz="1400" b="1" dirty="0">
                <a:solidFill>
                  <a:schemeClr val="tx1"/>
                </a:solidFill>
              </a:rPr>
              <a:t>8</a:t>
            </a:r>
            <a:endParaRPr lang="en-US" sz="1400" dirty="0"/>
          </a:p>
        </p:txBody>
      </p:sp>
      <p:sp>
        <p:nvSpPr>
          <p:cNvPr id="93" name="Bubble r8 d0"/>
          <p:cNvSpPr/>
          <p:nvPr/>
        </p:nvSpPr>
        <p:spPr>
          <a:xfrm>
            <a:off x="2311400" y="4521200"/>
            <a:ext cx="203200" cy="203200"/>
          </a:xfrm>
          <a:prstGeom prst="ellipse">
            <a:avLst/>
          </a:prstGeom>
          <a:ln w="19050">
            <a:solidFill>
              <a:schemeClr val="accent1"/>
            </a:solidFill>
            <a:prstDash val="solid"/>
          </a:ln>
        </p:spPr>
      </p:sp>
      <p:sp>
        <p:nvSpPr>
          <p:cNvPr id="94" name="Bubble r8 d1"/>
          <p:cNvSpPr/>
          <p:nvPr/>
        </p:nvSpPr>
        <p:spPr>
          <a:xfrm>
            <a:off x="2667000" y="4521200"/>
            <a:ext cx="203200" cy="203200"/>
          </a:xfrm>
          <a:prstGeom prst="ellipse">
            <a:avLst/>
          </a:prstGeom>
          <a:ln w="19050">
            <a:solidFill>
              <a:schemeClr val="accent1"/>
            </a:solidFill>
            <a:prstDash val="solid"/>
          </a:ln>
        </p:spPr>
      </p:sp>
      <p:sp>
        <p:nvSpPr>
          <p:cNvPr id="95" name="Bubble r8 d2"/>
          <p:cNvSpPr/>
          <p:nvPr/>
        </p:nvSpPr>
        <p:spPr>
          <a:xfrm>
            <a:off x="3022600" y="4521200"/>
            <a:ext cx="203200" cy="203200"/>
          </a:xfrm>
          <a:prstGeom prst="ellipse">
            <a:avLst/>
          </a:prstGeom>
          <a:ln w="19050">
            <a:solidFill>
              <a:schemeClr val="accent1"/>
            </a:solidFill>
            <a:prstDash val="solid"/>
          </a:ln>
        </p:spPr>
      </p:sp>
      <p:sp>
        <p:nvSpPr>
          <p:cNvPr id="96" name="Bubble r8 d3"/>
          <p:cNvSpPr/>
          <p:nvPr/>
        </p:nvSpPr>
        <p:spPr>
          <a:xfrm>
            <a:off x="3378200" y="4521200"/>
            <a:ext cx="203200" cy="203200"/>
          </a:xfrm>
          <a:prstGeom prst="ellipse">
            <a:avLst/>
          </a:prstGeom>
          <a:ln w="19050">
            <a:solidFill>
              <a:schemeClr val="accent1"/>
            </a:solidFill>
            <a:prstDash val="solid"/>
          </a:ln>
        </p:spPr>
      </p:sp>
      <p:sp>
        <p:nvSpPr>
          <p:cNvPr id="97" name="Bubble r8 d4"/>
          <p:cNvSpPr/>
          <p:nvPr/>
        </p:nvSpPr>
        <p:spPr>
          <a:xfrm>
            <a:off x="3733800" y="4521200"/>
            <a:ext cx="203200" cy="203200"/>
          </a:xfrm>
          <a:prstGeom prst="ellipse">
            <a:avLst/>
          </a:prstGeom>
          <a:ln w="19050">
            <a:solidFill>
              <a:schemeClr val="accent1"/>
            </a:solidFill>
            <a:prstDash val="solid"/>
          </a:ln>
        </p:spPr>
      </p:sp>
      <p:sp>
        <p:nvSpPr>
          <p:cNvPr id="98" name="Bubble r8 d5"/>
          <p:cNvSpPr/>
          <p:nvPr/>
        </p:nvSpPr>
        <p:spPr>
          <a:xfrm>
            <a:off x="4089400" y="4521200"/>
            <a:ext cx="203200" cy="203200"/>
          </a:xfrm>
          <a:prstGeom prst="ellipse">
            <a:avLst/>
          </a:prstGeom>
          <a:ln w="19050">
            <a:solidFill>
              <a:schemeClr val="accent1"/>
            </a:solidFill>
            <a:prstDash val="solid"/>
          </a:ln>
        </p:spPr>
      </p:sp>
      <p:sp>
        <p:nvSpPr>
          <p:cNvPr id="99" name="Bubble r8 d6"/>
          <p:cNvSpPr/>
          <p:nvPr/>
        </p:nvSpPr>
        <p:spPr>
          <a:xfrm>
            <a:off x="4445000" y="4521200"/>
            <a:ext cx="203200" cy="203200"/>
          </a:xfrm>
          <a:prstGeom prst="ellipse">
            <a:avLst/>
          </a:prstGeom>
          <a:ln w="19050">
            <a:solidFill>
              <a:schemeClr val="accent1"/>
            </a:solidFill>
            <a:prstDash val="solid"/>
          </a:ln>
        </p:spPr>
      </p:sp>
      <p:sp>
        <p:nvSpPr>
          <p:cNvPr id="100" name="Bubble r8 d7"/>
          <p:cNvSpPr/>
          <p:nvPr/>
        </p:nvSpPr>
        <p:spPr>
          <a:xfrm>
            <a:off x="4800600" y="4521200"/>
            <a:ext cx="203200" cy="203200"/>
          </a:xfrm>
          <a:prstGeom prst="ellipse">
            <a:avLst/>
          </a:prstGeom>
          <a:ln w="19050">
            <a:solidFill>
              <a:schemeClr val="accent1"/>
            </a:solidFill>
            <a:prstDash val="solid"/>
          </a:ln>
        </p:spPr>
      </p:sp>
      <p:sp>
        <p:nvSpPr>
          <p:cNvPr id="101" name="Bubble r8 d8"/>
          <p:cNvSpPr/>
          <p:nvPr/>
        </p:nvSpPr>
        <p:spPr>
          <a:xfrm>
            <a:off x="5156200" y="4521200"/>
            <a:ext cx="203200" cy="203200"/>
          </a:xfrm>
          <a:prstGeom prst="ellipse">
            <a:avLst/>
          </a:prstGeom>
          <a:ln w="19050">
            <a:solidFill>
              <a:schemeClr val="accent1"/>
            </a:solidFill>
            <a:prstDash val="solid"/>
          </a:ln>
        </p:spPr>
      </p:sp>
      <p:sp>
        <p:nvSpPr>
          <p:cNvPr id="102" name="Bubble r8 d9"/>
          <p:cNvSpPr/>
          <p:nvPr/>
        </p:nvSpPr>
        <p:spPr>
          <a:xfrm>
            <a:off x="5511800" y="4521200"/>
            <a:ext cx="203200" cy="203200"/>
          </a:xfrm>
          <a:prstGeom prst="ellipse">
            <a:avLst/>
          </a:prstGeom>
          <a:ln w="19050">
            <a:solidFill>
              <a:schemeClr val="accent1"/>
            </a:solidFill>
            <a:prstDash val="solid"/>
          </a:ln>
        </p:spPr>
      </p:sp>
      <p:sp>
        <p:nvSpPr>
          <p:cNvPr id="103" name="Box number 9"/>
          <p:cNvSpPr txBox="1"/>
          <p:nvPr/>
        </p:nvSpPr>
        <p:spPr>
          <a:xfrm>
            <a:off x="1879600" y="4762500"/>
            <a:ext cx="355600" cy="279400"/>
          </a:xfrm>
          <a:prstGeom prst="rect">
            <a:avLst/>
          </a:prstGeom>
          <a:noFill/>
          <a:ln/>
        </p:spPr>
        <p:txBody>
          <a:bodyPr wrap="square" lIns="0" tIns="0" rIns="0" bIns="0" rtlCol="0" anchor="ctr"/>
          <a:lstStyle/>
          <a:p>
            <a:pPr algn="ctr" indent="0" marL="0">
              <a:buNone/>
            </a:pPr>
            <a:r>
              <a:rPr lang="en-US" sz="1400" b="1" dirty="0">
                <a:solidFill>
                  <a:schemeClr val="tx1"/>
                </a:solidFill>
              </a:rPr>
              <a:t>9</a:t>
            </a:r>
            <a:endParaRPr lang="en-US" sz="1400" dirty="0"/>
          </a:p>
        </p:txBody>
      </p:sp>
      <p:sp>
        <p:nvSpPr>
          <p:cNvPr id="104" name="Bubble r9 d0"/>
          <p:cNvSpPr/>
          <p:nvPr/>
        </p:nvSpPr>
        <p:spPr>
          <a:xfrm>
            <a:off x="2311400" y="4800600"/>
            <a:ext cx="203200" cy="203200"/>
          </a:xfrm>
          <a:prstGeom prst="ellipse">
            <a:avLst/>
          </a:prstGeom>
          <a:ln w="19050">
            <a:solidFill>
              <a:schemeClr val="accent1"/>
            </a:solidFill>
            <a:prstDash val="solid"/>
          </a:ln>
        </p:spPr>
      </p:sp>
      <p:sp>
        <p:nvSpPr>
          <p:cNvPr id="105" name="Bubble r9 d1"/>
          <p:cNvSpPr/>
          <p:nvPr/>
        </p:nvSpPr>
        <p:spPr>
          <a:xfrm>
            <a:off x="2667000" y="4800600"/>
            <a:ext cx="203200" cy="203200"/>
          </a:xfrm>
          <a:prstGeom prst="ellipse">
            <a:avLst/>
          </a:prstGeom>
          <a:ln w="19050">
            <a:solidFill>
              <a:schemeClr val="accent1"/>
            </a:solidFill>
            <a:prstDash val="solid"/>
          </a:ln>
        </p:spPr>
      </p:sp>
      <p:sp>
        <p:nvSpPr>
          <p:cNvPr id="106" name="Bubble r9 d2"/>
          <p:cNvSpPr/>
          <p:nvPr/>
        </p:nvSpPr>
        <p:spPr>
          <a:xfrm>
            <a:off x="3022600" y="4800600"/>
            <a:ext cx="203200" cy="203200"/>
          </a:xfrm>
          <a:prstGeom prst="ellipse">
            <a:avLst/>
          </a:prstGeom>
          <a:ln w="19050">
            <a:solidFill>
              <a:schemeClr val="accent1"/>
            </a:solidFill>
            <a:prstDash val="solid"/>
          </a:ln>
        </p:spPr>
      </p:sp>
      <p:sp>
        <p:nvSpPr>
          <p:cNvPr id="107" name="Bubble r9 d3"/>
          <p:cNvSpPr/>
          <p:nvPr/>
        </p:nvSpPr>
        <p:spPr>
          <a:xfrm>
            <a:off x="3378200" y="4800600"/>
            <a:ext cx="203200" cy="203200"/>
          </a:xfrm>
          <a:prstGeom prst="ellipse">
            <a:avLst/>
          </a:prstGeom>
          <a:ln w="19050">
            <a:solidFill>
              <a:schemeClr val="accent1"/>
            </a:solidFill>
            <a:prstDash val="solid"/>
          </a:ln>
        </p:spPr>
      </p:sp>
      <p:sp>
        <p:nvSpPr>
          <p:cNvPr id="108" name="Bubble r9 d4"/>
          <p:cNvSpPr/>
          <p:nvPr/>
        </p:nvSpPr>
        <p:spPr>
          <a:xfrm>
            <a:off x="3733800" y="4800600"/>
            <a:ext cx="203200" cy="203200"/>
          </a:xfrm>
          <a:prstGeom prst="ellipse">
            <a:avLst/>
          </a:prstGeom>
          <a:ln w="19050">
            <a:solidFill>
              <a:schemeClr val="accent1"/>
            </a:solidFill>
            <a:prstDash val="solid"/>
          </a:ln>
        </p:spPr>
      </p:sp>
      <p:sp>
        <p:nvSpPr>
          <p:cNvPr id="109" name="Bubble r9 d5"/>
          <p:cNvSpPr/>
          <p:nvPr/>
        </p:nvSpPr>
        <p:spPr>
          <a:xfrm>
            <a:off x="4089400" y="4800600"/>
            <a:ext cx="203200" cy="203200"/>
          </a:xfrm>
          <a:prstGeom prst="ellipse">
            <a:avLst/>
          </a:prstGeom>
          <a:ln w="19050">
            <a:solidFill>
              <a:schemeClr val="accent1"/>
            </a:solidFill>
            <a:prstDash val="solid"/>
          </a:ln>
        </p:spPr>
      </p:sp>
      <p:sp>
        <p:nvSpPr>
          <p:cNvPr id="110" name="Bubble r9 d6"/>
          <p:cNvSpPr/>
          <p:nvPr/>
        </p:nvSpPr>
        <p:spPr>
          <a:xfrm>
            <a:off x="4445000" y="4800600"/>
            <a:ext cx="203200" cy="203200"/>
          </a:xfrm>
          <a:prstGeom prst="ellipse">
            <a:avLst/>
          </a:prstGeom>
          <a:ln w="19050">
            <a:solidFill>
              <a:schemeClr val="accent1"/>
            </a:solidFill>
            <a:prstDash val="solid"/>
          </a:ln>
        </p:spPr>
      </p:sp>
      <p:sp>
        <p:nvSpPr>
          <p:cNvPr id="111" name="Bubble r9 d7"/>
          <p:cNvSpPr/>
          <p:nvPr/>
        </p:nvSpPr>
        <p:spPr>
          <a:xfrm>
            <a:off x="4800600" y="4800600"/>
            <a:ext cx="203200" cy="203200"/>
          </a:xfrm>
          <a:prstGeom prst="ellipse">
            <a:avLst/>
          </a:prstGeom>
          <a:ln w="19050">
            <a:solidFill>
              <a:schemeClr val="accent1"/>
            </a:solidFill>
            <a:prstDash val="solid"/>
          </a:ln>
        </p:spPr>
      </p:sp>
      <p:sp>
        <p:nvSpPr>
          <p:cNvPr id="112" name="Bubble r9 d8"/>
          <p:cNvSpPr/>
          <p:nvPr/>
        </p:nvSpPr>
        <p:spPr>
          <a:xfrm>
            <a:off x="5156200" y="4800600"/>
            <a:ext cx="203200" cy="203200"/>
          </a:xfrm>
          <a:prstGeom prst="ellipse">
            <a:avLst/>
          </a:prstGeom>
          <a:ln w="19050">
            <a:solidFill>
              <a:schemeClr val="accent1"/>
            </a:solidFill>
            <a:prstDash val="solid"/>
          </a:ln>
        </p:spPr>
      </p:sp>
      <p:sp>
        <p:nvSpPr>
          <p:cNvPr id="113" name="Bubble r9 d9"/>
          <p:cNvSpPr/>
          <p:nvPr/>
        </p:nvSpPr>
        <p:spPr>
          <a:xfrm>
            <a:off x="5511800" y="4800600"/>
            <a:ext cx="203200" cy="203200"/>
          </a:xfrm>
          <a:prstGeom prst="ellipse">
            <a:avLst/>
          </a:prstGeom>
          <a:ln w="19050">
            <a:solidFill>
              <a:schemeClr val="accent1"/>
            </a:solidFill>
            <a:prstDash val="solid"/>
          </a:ln>
        </p:spPr>
      </p:sp>
      <p:sp>
        <p:nvSpPr>
          <p:cNvPr id="114" name="Panel caption"/>
          <p:cNvSpPr txBox="1"/>
          <p:nvPr/>
        </p:nvSpPr>
        <p:spPr>
          <a:xfrm>
            <a:off x="1879600" y="5118100"/>
            <a:ext cx="3911600" cy="508000"/>
          </a:xfrm>
          <a:prstGeom prst="rect">
            <a:avLst/>
          </a:prstGeom>
          <a:noFill/>
          <a:ln/>
        </p:spPr>
        <p:txBody>
          <a:bodyPr wrap="square" lIns="0" tIns="0" rIns="0" bIns="0" rtlCol="0" anchor="t"/>
          <a:lstStyle/>
          <a:p>
            <a:pPr indent="0" marL="0">
              <a:buNone/>
            </a:pPr>
            <a:r>
              <a:rPr lang="en-US" sz="1400" dirty="0">
                <a:solidFill>
                  <a:schemeClr val="accent5"/>
                </a:solidFill>
              </a:rPr>
              <a:t>Boxes 1 to 7 hold your ID. Boxes 8 and 9 stay empty.</a:t>
            </a:r>
            <a:endParaRPr lang="en-US" sz="1400" dirty="0"/>
          </a:p>
        </p:txBody>
      </p:sp>
      <p:sp>
        <p:nvSpPr>
          <p:cNvPr id="115" name="Panel title"/>
          <p:cNvSpPr txBox="1"/>
          <p:nvPr/>
        </p:nvSpPr>
        <p:spPr>
          <a:xfrm>
            <a:off x="6400800" y="1841500"/>
            <a:ext cx="3911600" cy="304800"/>
          </a:xfrm>
          <a:prstGeom prst="rect">
            <a:avLst/>
          </a:prstGeom>
          <a:noFill/>
          <a:ln/>
        </p:spPr>
        <p:txBody>
          <a:bodyPr wrap="square" lIns="0" tIns="0" rIns="0" bIns="0" rtlCol="0" anchor="ctr"/>
          <a:lstStyle/>
          <a:p>
            <a:pPr indent="0" marL="0">
              <a:buNone/>
            </a:pPr>
            <a:r>
              <a:rPr lang="en-US" sz="1700" b="1" dirty="0">
                <a:solidFill>
                  <a:schemeClr val="tx1"/>
                </a:solidFill>
              </a:rPr>
              <a:t>9-digit ID: 0 0 + your ID</a:t>
            </a:r>
            <a:endParaRPr lang="en-US" sz="1700" dirty="0"/>
          </a:p>
        </p:txBody>
      </p:sp>
      <p:sp>
        <p:nvSpPr>
          <p:cNvPr id="116" name="Digit header 0"/>
          <p:cNvSpPr txBox="1"/>
          <p:nvPr/>
        </p:nvSpPr>
        <p:spPr>
          <a:xfrm>
            <a:off x="6756400" y="2222500"/>
            <a:ext cx="355600" cy="228600"/>
          </a:xfrm>
          <a:prstGeom prst="rect">
            <a:avLst/>
          </a:prstGeom>
          <a:noFill/>
          <a:ln/>
        </p:spPr>
        <p:txBody>
          <a:bodyPr wrap="square" lIns="0" tIns="0" rIns="0" bIns="0" rtlCol="0" anchor="ctr"/>
          <a:lstStyle/>
          <a:p>
            <a:pPr algn="ctr" indent="0" marL="0">
              <a:buNone/>
            </a:pPr>
            <a:r>
              <a:rPr lang="en-US" sz="1400" b="1" dirty="0">
                <a:solidFill>
                  <a:schemeClr val="accent5"/>
                </a:solidFill>
              </a:rPr>
              <a:t>0</a:t>
            </a:r>
            <a:endParaRPr lang="en-US" sz="1400" dirty="0"/>
          </a:p>
        </p:txBody>
      </p:sp>
      <p:sp>
        <p:nvSpPr>
          <p:cNvPr id="117" name="Digit header 1"/>
          <p:cNvSpPr txBox="1"/>
          <p:nvPr/>
        </p:nvSpPr>
        <p:spPr>
          <a:xfrm>
            <a:off x="7112000" y="2222500"/>
            <a:ext cx="355600" cy="228600"/>
          </a:xfrm>
          <a:prstGeom prst="rect">
            <a:avLst/>
          </a:prstGeom>
          <a:noFill/>
          <a:ln/>
        </p:spPr>
        <p:txBody>
          <a:bodyPr wrap="square" lIns="0" tIns="0" rIns="0" bIns="0" rtlCol="0" anchor="ctr"/>
          <a:lstStyle/>
          <a:p>
            <a:pPr algn="ctr" indent="0" marL="0">
              <a:buNone/>
            </a:pPr>
            <a:r>
              <a:rPr lang="en-US" sz="1400" b="1" dirty="0">
                <a:solidFill>
                  <a:schemeClr val="accent5"/>
                </a:solidFill>
              </a:rPr>
              <a:t>1</a:t>
            </a:r>
            <a:endParaRPr lang="en-US" sz="1400" dirty="0"/>
          </a:p>
        </p:txBody>
      </p:sp>
      <p:sp>
        <p:nvSpPr>
          <p:cNvPr id="118" name="Digit header 2"/>
          <p:cNvSpPr txBox="1"/>
          <p:nvPr/>
        </p:nvSpPr>
        <p:spPr>
          <a:xfrm>
            <a:off x="7467600" y="2222500"/>
            <a:ext cx="355600" cy="228600"/>
          </a:xfrm>
          <a:prstGeom prst="rect">
            <a:avLst/>
          </a:prstGeom>
          <a:noFill/>
          <a:ln/>
        </p:spPr>
        <p:txBody>
          <a:bodyPr wrap="square" lIns="0" tIns="0" rIns="0" bIns="0" rtlCol="0" anchor="ctr"/>
          <a:lstStyle/>
          <a:p>
            <a:pPr algn="ctr" indent="0" marL="0">
              <a:buNone/>
            </a:pPr>
            <a:r>
              <a:rPr lang="en-US" sz="1400" b="1" dirty="0">
                <a:solidFill>
                  <a:schemeClr val="accent5"/>
                </a:solidFill>
              </a:rPr>
              <a:t>2</a:t>
            </a:r>
            <a:endParaRPr lang="en-US" sz="1400" dirty="0"/>
          </a:p>
        </p:txBody>
      </p:sp>
      <p:sp>
        <p:nvSpPr>
          <p:cNvPr id="119" name="Digit header 3"/>
          <p:cNvSpPr txBox="1"/>
          <p:nvPr/>
        </p:nvSpPr>
        <p:spPr>
          <a:xfrm>
            <a:off x="7823200" y="2222500"/>
            <a:ext cx="355600" cy="228600"/>
          </a:xfrm>
          <a:prstGeom prst="rect">
            <a:avLst/>
          </a:prstGeom>
          <a:noFill/>
          <a:ln/>
        </p:spPr>
        <p:txBody>
          <a:bodyPr wrap="square" lIns="0" tIns="0" rIns="0" bIns="0" rtlCol="0" anchor="ctr"/>
          <a:lstStyle/>
          <a:p>
            <a:pPr algn="ctr" indent="0" marL="0">
              <a:buNone/>
            </a:pPr>
            <a:r>
              <a:rPr lang="en-US" sz="1400" b="1" dirty="0">
                <a:solidFill>
                  <a:schemeClr val="accent5"/>
                </a:solidFill>
              </a:rPr>
              <a:t>3</a:t>
            </a:r>
            <a:endParaRPr lang="en-US" sz="1400" dirty="0"/>
          </a:p>
        </p:txBody>
      </p:sp>
      <p:sp>
        <p:nvSpPr>
          <p:cNvPr id="120" name="Digit header 4"/>
          <p:cNvSpPr txBox="1"/>
          <p:nvPr/>
        </p:nvSpPr>
        <p:spPr>
          <a:xfrm>
            <a:off x="8178800" y="2222500"/>
            <a:ext cx="355600" cy="228600"/>
          </a:xfrm>
          <a:prstGeom prst="rect">
            <a:avLst/>
          </a:prstGeom>
          <a:noFill/>
          <a:ln/>
        </p:spPr>
        <p:txBody>
          <a:bodyPr wrap="square" lIns="0" tIns="0" rIns="0" bIns="0" rtlCol="0" anchor="ctr"/>
          <a:lstStyle/>
          <a:p>
            <a:pPr algn="ctr" indent="0" marL="0">
              <a:buNone/>
            </a:pPr>
            <a:r>
              <a:rPr lang="en-US" sz="1400" b="1" dirty="0">
                <a:solidFill>
                  <a:schemeClr val="accent5"/>
                </a:solidFill>
              </a:rPr>
              <a:t>4</a:t>
            </a:r>
            <a:endParaRPr lang="en-US" sz="1400" dirty="0"/>
          </a:p>
        </p:txBody>
      </p:sp>
      <p:sp>
        <p:nvSpPr>
          <p:cNvPr id="121" name="Digit header 5"/>
          <p:cNvSpPr txBox="1"/>
          <p:nvPr/>
        </p:nvSpPr>
        <p:spPr>
          <a:xfrm>
            <a:off x="8534400" y="2222500"/>
            <a:ext cx="355600" cy="228600"/>
          </a:xfrm>
          <a:prstGeom prst="rect">
            <a:avLst/>
          </a:prstGeom>
          <a:noFill/>
          <a:ln/>
        </p:spPr>
        <p:txBody>
          <a:bodyPr wrap="square" lIns="0" tIns="0" rIns="0" bIns="0" rtlCol="0" anchor="ctr"/>
          <a:lstStyle/>
          <a:p>
            <a:pPr algn="ctr" indent="0" marL="0">
              <a:buNone/>
            </a:pPr>
            <a:r>
              <a:rPr lang="en-US" sz="1400" b="1" dirty="0">
                <a:solidFill>
                  <a:schemeClr val="accent5"/>
                </a:solidFill>
              </a:rPr>
              <a:t>5</a:t>
            </a:r>
            <a:endParaRPr lang="en-US" sz="1400" dirty="0"/>
          </a:p>
        </p:txBody>
      </p:sp>
      <p:sp>
        <p:nvSpPr>
          <p:cNvPr id="122" name="Digit header 6"/>
          <p:cNvSpPr txBox="1"/>
          <p:nvPr/>
        </p:nvSpPr>
        <p:spPr>
          <a:xfrm>
            <a:off x="8890000" y="2222500"/>
            <a:ext cx="355600" cy="228600"/>
          </a:xfrm>
          <a:prstGeom prst="rect">
            <a:avLst/>
          </a:prstGeom>
          <a:noFill/>
          <a:ln/>
        </p:spPr>
        <p:txBody>
          <a:bodyPr wrap="square" lIns="0" tIns="0" rIns="0" bIns="0" rtlCol="0" anchor="ctr"/>
          <a:lstStyle/>
          <a:p>
            <a:pPr algn="ctr" indent="0" marL="0">
              <a:buNone/>
            </a:pPr>
            <a:r>
              <a:rPr lang="en-US" sz="1400" b="1" dirty="0">
                <a:solidFill>
                  <a:schemeClr val="accent5"/>
                </a:solidFill>
              </a:rPr>
              <a:t>6</a:t>
            </a:r>
            <a:endParaRPr lang="en-US" sz="1400" dirty="0"/>
          </a:p>
        </p:txBody>
      </p:sp>
      <p:sp>
        <p:nvSpPr>
          <p:cNvPr id="123" name="Digit header 7"/>
          <p:cNvSpPr txBox="1"/>
          <p:nvPr/>
        </p:nvSpPr>
        <p:spPr>
          <a:xfrm>
            <a:off x="9245600" y="2222500"/>
            <a:ext cx="355600" cy="228600"/>
          </a:xfrm>
          <a:prstGeom prst="rect">
            <a:avLst/>
          </a:prstGeom>
          <a:noFill/>
          <a:ln/>
        </p:spPr>
        <p:txBody>
          <a:bodyPr wrap="square" lIns="0" tIns="0" rIns="0" bIns="0" rtlCol="0" anchor="ctr"/>
          <a:lstStyle/>
          <a:p>
            <a:pPr algn="ctr" indent="0" marL="0">
              <a:buNone/>
            </a:pPr>
            <a:r>
              <a:rPr lang="en-US" sz="1400" b="1" dirty="0">
                <a:solidFill>
                  <a:schemeClr val="accent5"/>
                </a:solidFill>
              </a:rPr>
              <a:t>7</a:t>
            </a:r>
            <a:endParaRPr lang="en-US" sz="1400" dirty="0"/>
          </a:p>
        </p:txBody>
      </p:sp>
      <p:sp>
        <p:nvSpPr>
          <p:cNvPr id="124" name="Digit header 8"/>
          <p:cNvSpPr txBox="1"/>
          <p:nvPr/>
        </p:nvSpPr>
        <p:spPr>
          <a:xfrm>
            <a:off x="9601200" y="2222500"/>
            <a:ext cx="355600" cy="228600"/>
          </a:xfrm>
          <a:prstGeom prst="rect">
            <a:avLst/>
          </a:prstGeom>
          <a:noFill/>
          <a:ln/>
        </p:spPr>
        <p:txBody>
          <a:bodyPr wrap="square" lIns="0" tIns="0" rIns="0" bIns="0" rtlCol="0" anchor="ctr"/>
          <a:lstStyle/>
          <a:p>
            <a:pPr algn="ctr" indent="0" marL="0">
              <a:buNone/>
            </a:pPr>
            <a:r>
              <a:rPr lang="en-US" sz="1400" b="1" dirty="0">
                <a:solidFill>
                  <a:schemeClr val="accent5"/>
                </a:solidFill>
              </a:rPr>
              <a:t>8</a:t>
            </a:r>
            <a:endParaRPr lang="en-US" sz="1400" dirty="0"/>
          </a:p>
        </p:txBody>
      </p:sp>
      <p:sp>
        <p:nvSpPr>
          <p:cNvPr id="125" name="Digit header 9"/>
          <p:cNvSpPr txBox="1"/>
          <p:nvPr/>
        </p:nvSpPr>
        <p:spPr>
          <a:xfrm>
            <a:off x="9956800" y="2222500"/>
            <a:ext cx="355600" cy="228600"/>
          </a:xfrm>
          <a:prstGeom prst="rect">
            <a:avLst/>
          </a:prstGeom>
          <a:noFill/>
          <a:ln/>
        </p:spPr>
        <p:txBody>
          <a:bodyPr wrap="square" lIns="0" tIns="0" rIns="0" bIns="0" rtlCol="0" anchor="ctr"/>
          <a:lstStyle/>
          <a:p>
            <a:pPr algn="ctr" indent="0" marL="0">
              <a:buNone/>
            </a:pPr>
            <a:r>
              <a:rPr lang="en-US" sz="1400" b="1" dirty="0">
                <a:solidFill>
                  <a:schemeClr val="accent5"/>
                </a:solidFill>
              </a:rPr>
              <a:t>9</a:t>
            </a:r>
            <a:endParaRPr lang="en-US" sz="1400" dirty="0"/>
          </a:p>
        </p:txBody>
      </p:sp>
      <p:sp>
        <p:nvSpPr>
          <p:cNvPr id="126" name="Box number 1"/>
          <p:cNvSpPr txBox="1"/>
          <p:nvPr/>
        </p:nvSpPr>
        <p:spPr>
          <a:xfrm>
            <a:off x="6400800" y="2527300"/>
            <a:ext cx="355600" cy="279400"/>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27" name="Bubble r1 d0"/>
          <p:cNvSpPr/>
          <p:nvPr/>
        </p:nvSpPr>
        <p:spPr>
          <a:xfrm>
            <a:off x="6832600" y="2565400"/>
            <a:ext cx="203200" cy="203200"/>
          </a:xfrm>
          <a:prstGeom prst="ellipse">
            <a:avLst/>
          </a:prstGeom>
          <a:solidFill>
            <a:srgbClr val="3A3A3A"/>
          </a:solidFill>
          <a:ln w="19050">
            <a:solidFill>
              <a:schemeClr val="accent1"/>
            </a:solidFill>
            <a:prstDash val="solid"/>
          </a:ln>
        </p:spPr>
      </p:sp>
      <p:sp>
        <p:nvSpPr>
          <p:cNvPr id="128" name="Bubble r1 d1"/>
          <p:cNvSpPr/>
          <p:nvPr/>
        </p:nvSpPr>
        <p:spPr>
          <a:xfrm>
            <a:off x="7188200" y="2565400"/>
            <a:ext cx="203200" cy="203200"/>
          </a:xfrm>
          <a:prstGeom prst="ellipse">
            <a:avLst/>
          </a:prstGeom>
          <a:ln w="19050">
            <a:solidFill>
              <a:schemeClr val="accent1"/>
            </a:solidFill>
            <a:prstDash val="solid"/>
          </a:ln>
        </p:spPr>
      </p:sp>
      <p:sp>
        <p:nvSpPr>
          <p:cNvPr id="129" name="Bubble r1 d2"/>
          <p:cNvSpPr/>
          <p:nvPr/>
        </p:nvSpPr>
        <p:spPr>
          <a:xfrm>
            <a:off x="7543800" y="2565400"/>
            <a:ext cx="203200" cy="203200"/>
          </a:xfrm>
          <a:prstGeom prst="ellipse">
            <a:avLst/>
          </a:prstGeom>
          <a:ln w="19050">
            <a:solidFill>
              <a:schemeClr val="accent1"/>
            </a:solidFill>
            <a:prstDash val="solid"/>
          </a:ln>
        </p:spPr>
      </p:sp>
      <p:sp>
        <p:nvSpPr>
          <p:cNvPr id="130" name="Bubble r1 d3"/>
          <p:cNvSpPr/>
          <p:nvPr/>
        </p:nvSpPr>
        <p:spPr>
          <a:xfrm>
            <a:off x="7899400" y="2565400"/>
            <a:ext cx="203200" cy="203200"/>
          </a:xfrm>
          <a:prstGeom prst="ellipse">
            <a:avLst/>
          </a:prstGeom>
          <a:ln w="19050">
            <a:solidFill>
              <a:schemeClr val="accent1"/>
            </a:solidFill>
            <a:prstDash val="solid"/>
          </a:ln>
        </p:spPr>
      </p:sp>
      <p:sp>
        <p:nvSpPr>
          <p:cNvPr id="131" name="Bubble r1 d4"/>
          <p:cNvSpPr/>
          <p:nvPr/>
        </p:nvSpPr>
        <p:spPr>
          <a:xfrm>
            <a:off x="8255000" y="2565400"/>
            <a:ext cx="203200" cy="203200"/>
          </a:xfrm>
          <a:prstGeom prst="ellipse">
            <a:avLst/>
          </a:prstGeom>
          <a:ln w="19050">
            <a:solidFill>
              <a:schemeClr val="accent1"/>
            </a:solidFill>
            <a:prstDash val="solid"/>
          </a:ln>
        </p:spPr>
      </p:sp>
      <p:sp>
        <p:nvSpPr>
          <p:cNvPr id="132" name="Bubble r1 d5"/>
          <p:cNvSpPr/>
          <p:nvPr/>
        </p:nvSpPr>
        <p:spPr>
          <a:xfrm>
            <a:off x="8610600" y="2565400"/>
            <a:ext cx="203200" cy="203200"/>
          </a:xfrm>
          <a:prstGeom prst="ellipse">
            <a:avLst/>
          </a:prstGeom>
          <a:ln w="19050">
            <a:solidFill>
              <a:schemeClr val="accent1"/>
            </a:solidFill>
            <a:prstDash val="solid"/>
          </a:ln>
        </p:spPr>
      </p:sp>
      <p:sp>
        <p:nvSpPr>
          <p:cNvPr id="133" name="Bubble r1 d6"/>
          <p:cNvSpPr/>
          <p:nvPr/>
        </p:nvSpPr>
        <p:spPr>
          <a:xfrm>
            <a:off x="8966200" y="2565400"/>
            <a:ext cx="203200" cy="203200"/>
          </a:xfrm>
          <a:prstGeom prst="ellipse">
            <a:avLst/>
          </a:prstGeom>
          <a:ln w="19050">
            <a:solidFill>
              <a:schemeClr val="accent1"/>
            </a:solidFill>
            <a:prstDash val="solid"/>
          </a:ln>
        </p:spPr>
      </p:sp>
      <p:sp>
        <p:nvSpPr>
          <p:cNvPr id="134" name="Bubble r1 d7"/>
          <p:cNvSpPr/>
          <p:nvPr/>
        </p:nvSpPr>
        <p:spPr>
          <a:xfrm>
            <a:off x="9321800" y="2565400"/>
            <a:ext cx="203200" cy="203200"/>
          </a:xfrm>
          <a:prstGeom prst="ellipse">
            <a:avLst/>
          </a:prstGeom>
          <a:ln w="19050">
            <a:solidFill>
              <a:schemeClr val="accent1"/>
            </a:solidFill>
            <a:prstDash val="solid"/>
          </a:ln>
        </p:spPr>
      </p:sp>
      <p:sp>
        <p:nvSpPr>
          <p:cNvPr id="135" name="Bubble r1 d8"/>
          <p:cNvSpPr/>
          <p:nvPr/>
        </p:nvSpPr>
        <p:spPr>
          <a:xfrm>
            <a:off x="9677400" y="2565400"/>
            <a:ext cx="203200" cy="203200"/>
          </a:xfrm>
          <a:prstGeom prst="ellipse">
            <a:avLst/>
          </a:prstGeom>
          <a:ln w="19050">
            <a:solidFill>
              <a:schemeClr val="accent1"/>
            </a:solidFill>
            <a:prstDash val="solid"/>
          </a:ln>
        </p:spPr>
      </p:sp>
      <p:sp>
        <p:nvSpPr>
          <p:cNvPr id="136" name="Bubble r1 d9"/>
          <p:cNvSpPr/>
          <p:nvPr/>
        </p:nvSpPr>
        <p:spPr>
          <a:xfrm>
            <a:off x="10033000" y="2565400"/>
            <a:ext cx="203200" cy="203200"/>
          </a:xfrm>
          <a:prstGeom prst="ellipse">
            <a:avLst/>
          </a:prstGeom>
          <a:ln w="19050">
            <a:solidFill>
              <a:schemeClr val="accent1"/>
            </a:solidFill>
            <a:prstDash val="solid"/>
          </a:ln>
        </p:spPr>
      </p:sp>
      <p:sp>
        <p:nvSpPr>
          <p:cNvPr id="137" name="Box number 2"/>
          <p:cNvSpPr txBox="1"/>
          <p:nvPr/>
        </p:nvSpPr>
        <p:spPr>
          <a:xfrm>
            <a:off x="6400800" y="2806700"/>
            <a:ext cx="355600" cy="279400"/>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38" name="Bubble r2 d0"/>
          <p:cNvSpPr/>
          <p:nvPr/>
        </p:nvSpPr>
        <p:spPr>
          <a:xfrm>
            <a:off x="6832600" y="2844800"/>
            <a:ext cx="203200" cy="203200"/>
          </a:xfrm>
          <a:prstGeom prst="ellipse">
            <a:avLst/>
          </a:prstGeom>
          <a:solidFill>
            <a:srgbClr val="3A3A3A"/>
          </a:solidFill>
          <a:ln w="19050">
            <a:solidFill>
              <a:schemeClr val="accent1"/>
            </a:solidFill>
            <a:prstDash val="solid"/>
          </a:ln>
        </p:spPr>
      </p:sp>
      <p:sp>
        <p:nvSpPr>
          <p:cNvPr id="139" name="Bubble r2 d1"/>
          <p:cNvSpPr/>
          <p:nvPr/>
        </p:nvSpPr>
        <p:spPr>
          <a:xfrm>
            <a:off x="7188200" y="2844800"/>
            <a:ext cx="203200" cy="203200"/>
          </a:xfrm>
          <a:prstGeom prst="ellipse">
            <a:avLst/>
          </a:prstGeom>
          <a:ln w="19050">
            <a:solidFill>
              <a:schemeClr val="accent1"/>
            </a:solidFill>
            <a:prstDash val="solid"/>
          </a:ln>
        </p:spPr>
      </p:sp>
      <p:sp>
        <p:nvSpPr>
          <p:cNvPr id="140" name="Bubble r2 d2"/>
          <p:cNvSpPr/>
          <p:nvPr/>
        </p:nvSpPr>
        <p:spPr>
          <a:xfrm>
            <a:off x="7543800" y="2844800"/>
            <a:ext cx="203200" cy="203200"/>
          </a:xfrm>
          <a:prstGeom prst="ellipse">
            <a:avLst/>
          </a:prstGeom>
          <a:ln w="19050">
            <a:solidFill>
              <a:schemeClr val="accent1"/>
            </a:solidFill>
            <a:prstDash val="solid"/>
          </a:ln>
        </p:spPr>
      </p:sp>
      <p:sp>
        <p:nvSpPr>
          <p:cNvPr id="141" name="Bubble r2 d3"/>
          <p:cNvSpPr/>
          <p:nvPr/>
        </p:nvSpPr>
        <p:spPr>
          <a:xfrm>
            <a:off x="7899400" y="2844800"/>
            <a:ext cx="203200" cy="203200"/>
          </a:xfrm>
          <a:prstGeom prst="ellipse">
            <a:avLst/>
          </a:prstGeom>
          <a:ln w="19050">
            <a:solidFill>
              <a:schemeClr val="accent1"/>
            </a:solidFill>
            <a:prstDash val="solid"/>
          </a:ln>
        </p:spPr>
      </p:sp>
      <p:sp>
        <p:nvSpPr>
          <p:cNvPr id="142" name="Bubble r2 d4"/>
          <p:cNvSpPr/>
          <p:nvPr/>
        </p:nvSpPr>
        <p:spPr>
          <a:xfrm>
            <a:off x="8255000" y="2844800"/>
            <a:ext cx="203200" cy="203200"/>
          </a:xfrm>
          <a:prstGeom prst="ellipse">
            <a:avLst/>
          </a:prstGeom>
          <a:ln w="19050">
            <a:solidFill>
              <a:schemeClr val="accent1"/>
            </a:solidFill>
            <a:prstDash val="solid"/>
          </a:ln>
        </p:spPr>
      </p:sp>
      <p:sp>
        <p:nvSpPr>
          <p:cNvPr id="143" name="Bubble r2 d5"/>
          <p:cNvSpPr/>
          <p:nvPr/>
        </p:nvSpPr>
        <p:spPr>
          <a:xfrm>
            <a:off x="8610600" y="2844800"/>
            <a:ext cx="203200" cy="203200"/>
          </a:xfrm>
          <a:prstGeom prst="ellipse">
            <a:avLst/>
          </a:prstGeom>
          <a:ln w="19050">
            <a:solidFill>
              <a:schemeClr val="accent1"/>
            </a:solidFill>
            <a:prstDash val="solid"/>
          </a:ln>
        </p:spPr>
      </p:sp>
      <p:sp>
        <p:nvSpPr>
          <p:cNvPr id="144" name="Bubble r2 d6"/>
          <p:cNvSpPr/>
          <p:nvPr/>
        </p:nvSpPr>
        <p:spPr>
          <a:xfrm>
            <a:off x="8966200" y="2844800"/>
            <a:ext cx="203200" cy="203200"/>
          </a:xfrm>
          <a:prstGeom prst="ellipse">
            <a:avLst/>
          </a:prstGeom>
          <a:ln w="19050">
            <a:solidFill>
              <a:schemeClr val="accent1"/>
            </a:solidFill>
            <a:prstDash val="solid"/>
          </a:ln>
        </p:spPr>
      </p:sp>
      <p:sp>
        <p:nvSpPr>
          <p:cNvPr id="145" name="Bubble r2 d7"/>
          <p:cNvSpPr/>
          <p:nvPr/>
        </p:nvSpPr>
        <p:spPr>
          <a:xfrm>
            <a:off x="9321800" y="2844800"/>
            <a:ext cx="203200" cy="203200"/>
          </a:xfrm>
          <a:prstGeom prst="ellipse">
            <a:avLst/>
          </a:prstGeom>
          <a:ln w="19050">
            <a:solidFill>
              <a:schemeClr val="accent1"/>
            </a:solidFill>
            <a:prstDash val="solid"/>
          </a:ln>
        </p:spPr>
      </p:sp>
      <p:sp>
        <p:nvSpPr>
          <p:cNvPr id="146" name="Bubble r2 d8"/>
          <p:cNvSpPr/>
          <p:nvPr/>
        </p:nvSpPr>
        <p:spPr>
          <a:xfrm>
            <a:off x="9677400" y="2844800"/>
            <a:ext cx="203200" cy="203200"/>
          </a:xfrm>
          <a:prstGeom prst="ellipse">
            <a:avLst/>
          </a:prstGeom>
          <a:ln w="19050">
            <a:solidFill>
              <a:schemeClr val="accent1"/>
            </a:solidFill>
            <a:prstDash val="solid"/>
          </a:ln>
        </p:spPr>
      </p:sp>
      <p:sp>
        <p:nvSpPr>
          <p:cNvPr id="147" name="Bubble r2 d9"/>
          <p:cNvSpPr/>
          <p:nvPr/>
        </p:nvSpPr>
        <p:spPr>
          <a:xfrm>
            <a:off x="10033000" y="2844800"/>
            <a:ext cx="203200" cy="203200"/>
          </a:xfrm>
          <a:prstGeom prst="ellipse">
            <a:avLst/>
          </a:prstGeom>
          <a:ln w="19050">
            <a:solidFill>
              <a:schemeClr val="accent1"/>
            </a:solidFill>
            <a:prstDash val="solid"/>
          </a:ln>
        </p:spPr>
      </p:sp>
      <p:sp>
        <p:nvSpPr>
          <p:cNvPr id="148" name="Box number 3"/>
          <p:cNvSpPr txBox="1"/>
          <p:nvPr/>
        </p:nvSpPr>
        <p:spPr>
          <a:xfrm>
            <a:off x="6400800" y="3086100"/>
            <a:ext cx="355600" cy="279400"/>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49" name="Bubble r3 d0"/>
          <p:cNvSpPr/>
          <p:nvPr/>
        </p:nvSpPr>
        <p:spPr>
          <a:xfrm>
            <a:off x="6832600" y="3124200"/>
            <a:ext cx="203200" cy="203200"/>
          </a:xfrm>
          <a:prstGeom prst="ellipse">
            <a:avLst/>
          </a:prstGeom>
          <a:ln w="19050">
            <a:solidFill>
              <a:schemeClr val="accent1"/>
            </a:solidFill>
            <a:prstDash val="solid"/>
          </a:ln>
        </p:spPr>
      </p:sp>
      <p:sp>
        <p:nvSpPr>
          <p:cNvPr id="150" name="Bubble r3 d1"/>
          <p:cNvSpPr/>
          <p:nvPr/>
        </p:nvSpPr>
        <p:spPr>
          <a:xfrm>
            <a:off x="7188200" y="3124200"/>
            <a:ext cx="203200" cy="203200"/>
          </a:xfrm>
          <a:prstGeom prst="ellipse">
            <a:avLst/>
          </a:prstGeom>
          <a:solidFill>
            <a:srgbClr val="3A3A3A"/>
          </a:solidFill>
          <a:ln w="19050">
            <a:solidFill>
              <a:schemeClr val="accent1"/>
            </a:solidFill>
            <a:prstDash val="solid"/>
          </a:ln>
        </p:spPr>
      </p:sp>
      <p:sp>
        <p:nvSpPr>
          <p:cNvPr id="151" name="Bubble r3 d2"/>
          <p:cNvSpPr/>
          <p:nvPr/>
        </p:nvSpPr>
        <p:spPr>
          <a:xfrm>
            <a:off x="7543800" y="3124200"/>
            <a:ext cx="203200" cy="203200"/>
          </a:xfrm>
          <a:prstGeom prst="ellipse">
            <a:avLst/>
          </a:prstGeom>
          <a:ln w="19050">
            <a:solidFill>
              <a:schemeClr val="accent1"/>
            </a:solidFill>
            <a:prstDash val="solid"/>
          </a:ln>
        </p:spPr>
      </p:sp>
      <p:sp>
        <p:nvSpPr>
          <p:cNvPr id="152" name="Bubble r3 d3"/>
          <p:cNvSpPr/>
          <p:nvPr/>
        </p:nvSpPr>
        <p:spPr>
          <a:xfrm>
            <a:off x="7899400" y="3124200"/>
            <a:ext cx="203200" cy="203200"/>
          </a:xfrm>
          <a:prstGeom prst="ellipse">
            <a:avLst/>
          </a:prstGeom>
          <a:ln w="19050">
            <a:solidFill>
              <a:schemeClr val="accent1"/>
            </a:solidFill>
            <a:prstDash val="solid"/>
          </a:ln>
        </p:spPr>
      </p:sp>
      <p:sp>
        <p:nvSpPr>
          <p:cNvPr id="153" name="Bubble r3 d4"/>
          <p:cNvSpPr/>
          <p:nvPr/>
        </p:nvSpPr>
        <p:spPr>
          <a:xfrm>
            <a:off x="8255000" y="3124200"/>
            <a:ext cx="203200" cy="203200"/>
          </a:xfrm>
          <a:prstGeom prst="ellipse">
            <a:avLst/>
          </a:prstGeom>
          <a:ln w="19050">
            <a:solidFill>
              <a:schemeClr val="accent1"/>
            </a:solidFill>
            <a:prstDash val="solid"/>
          </a:ln>
        </p:spPr>
      </p:sp>
      <p:sp>
        <p:nvSpPr>
          <p:cNvPr id="154" name="Bubble r3 d5"/>
          <p:cNvSpPr/>
          <p:nvPr/>
        </p:nvSpPr>
        <p:spPr>
          <a:xfrm>
            <a:off x="8610600" y="3124200"/>
            <a:ext cx="203200" cy="203200"/>
          </a:xfrm>
          <a:prstGeom prst="ellipse">
            <a:avLst/>
          </a:prstGeom>
          <a:ln w="19050">
            <a:solidFill>
              <a:schemeClr val="accent1"/>
            </a:solidFill>
            <a:prstDash val="solid"/>
          </a:ln>
        </p:spPr>
      </p:sp>
      <p:sp>
        <p:nvSpPr>
          <p:cNvPr id="155" name="Bubble r3 d6"/>
          <p:cNvSpPr/>
          <p:nvPr/>
        </p:nvSpPr>
        <p:spPr>
          <a:xfrm>
            <a:off x="8966200" y="3124200"/>
            <a:ext cx="203200" cy="203200"/>
          </a:xfrm>
          <a:prstGeom prst="ellipse">
            <a:avLst/>
          </a:prstGeom>
          <a:ln w="19050">
            <a:solidFill>
              <a:schemeClr val="accent1"/>
            </a:solidFill>
            <a:prstDash val="solid"/>
          </a:ln>
        </p:spPr>
      </p:sp>
      <p:sp>
        <p:nvSpPr>
          <p:cNvPr id="156" name="Bubble r3 d7"/>
          <p:cNvSpPr/>
          <p:nvPr/>
        </p:nvSpPr>
        <p:spPr>
          <a:xfrm>
            <a:off x="9321800" y="3124200"/>
            <a:ext cx="203200" cy="203200"/>
          </a:xfrm>
          <a:prstGeom prst="ellipse">
            <a:avLst/>
          </a:prstGeom>
          <a:ln w="19050">
            <a:solidFill>
              <a:schemeClr val="accent1"/>
            </a:solidFill>
            <a:prstDash val="solid"/>
          </a:ln>
        </p:spPr>
      </p:sp>
      <p:sp>
        <p:nvSpPr>
          <p:cNvPr id="157" name="Bubble r3 d8"/>
          <p:cNvSpPr/>
          <p:nvPr/>
        </p:nvSpPr>
        <p:spPr>
          <a:xfrm>
            <a:off x="9677400" y="3124200"/>
            <a:ext cx="203200" cy="203200"/>
          </a:xfrm>
          <a:prstGeom prst="ellipse">
            <a:avLst/>
          </a:prstGeom>
          <a:ln w="19050">
            <a:solidFill>
              <a:schemeClr val="accent1"/>
            </a:solidFill>
            <a:prstDash val="solid"/>
          </a:ln>
        </p:spPr>
      </p:sp>
      <p:sp>
        <p:nvSpPr>
          <p:cNvPr id="158" name="Bubble r3 d9"/>
          <p:cNvSpPr/>
          <p:nvPr/>
        </p:nvSpPr>
        <p:spPr>
          <a:xfrm>
            <a:off x="10033000" y="3124200"/>
            <a:ext cx="203200" cy="203200"/>
          </a:xfrm>
          <a:prstGeom prst="ellipse">
            <a:avLst/>
          </a:prstGeom>
          <a:ln w="19050">
            <a:solidFill>
              <a:schemeClr val="accent1"/>
            </a:solidFill>
            <a:prstDash val="solid"/>
          </a:ln>
        </p:spPr>
      </p:sp>
      <p:sp>
        <p:nvSpPr>
          <p:cNvPr id="159" name="Box number 4"/>
          <p:cNvSpPr txBox="1"/>
          <p:nvPr/>
        </p:nvSpPr>
        <p:spPr>
          <a:xfrm>
            <a:off x="6400800" y="3365500"/>
            <a:ext cx="355600" cy="279400"/>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160" name="Bubble r4 d0"/>
          <p:cNvSpPr/>
          <p:nvPr/>
        </p:nvSpPr>
        <p:spPr>
          <a:xfrm>
            <a:off x="6832600" y="3403600"/>
            <a:ext cx="203200" cy="203200"/>
          </a:xfrm>
          <a:prstGeom prst="ellipse">
            <a:avLst/>
          </a:prstGeom>
          <a:ln w="19050">
            <a:solidFill>
              <a:schemeClr val="accent1"/>
            </a:solidFill>
            <a:prstDash val="solid"/>
          </a:ln>
        </p:spPr>
      </p:sp>
      <p:sp>
        <p:nvSpPr>
          <p:cNvPr id="161" name="Bubble r4 d1"/>
          <p:cNvSpPr/>
          <p:nvPr/>
        </p:nvSpPr>
        <p:spPr>
          <a:xfrm>
            <a:off x="7188200" y="3403600"/>
            <a:ext cx="203200" cy="203200"/>
          </a:xfrm>
          <a:prstGeom prst="ellipse">
            <a:avLst/>
          </a:prstGeom>
          <a:ln w="19050">
            <a:solidFill>
              <a:schemeClr val="accent1"/>
            </a:solidFill>
            <a:prstDash val="solid"/>
          </a:ln>
        </p:spPr>
      </p:sp>
      <p:sp>
        <p:nvSpPr>
          <p:cNvPr id="162" name="Bubble r4 d2"/>
          <p:cNvSpPr/>
          <p:nvPr/>
        </p:nvSpPr>
        <p:spPr>
          <a:xfrm>
            <a:off x="7543800" y="3403600"/>
            <a:ext cx="203200" cy="203200"/>
          </a:xfrm>
          <a:prstGeom prst="ellipse">
            <a:avLst/>
          </a:prstGeom>
          <a:solidFill>
            <a:srgbClr val="3A3A3A"/>
          </a:solidFill>
          <a:ln w="19050">
            <a:solidFill>
              <a:schemeClr val="accent1"/>
            </a:solidFill>
            <a:prstDash val="solid"/>
          </a:ln>
        </p:spPr>
      </p:sp>
      <p:sp>
        <p:nvSpPr>
          <p:cNvPr id="163" name="Bubble r4 d3"/>
          <p:cNvSpPr/>
          <p:nvPr/>
        </p:nvSpPr>
        <p:spPr>
          <a:xfrm>
            <a:off x="7899400" y="3403600"/>
            <a:ext cx="203200" cy="203200"/>
          </a:xfrm>
          <a:prstGeom prst="ellipse">
            <a:avLst/>
          </a:prstGeom>
          <a:ln w="19050">
            <a:solidFill>
              <a:schemeClr val="accent1"/>
            </a:solidFill>
            <a:prstDash val="solid"/>
          </a:ln>
        </p:spPr>
      </p:sp>
      <p:sp>
        <p:nvSpPr>
          <p:cNvPr id="164" name="Bubble r4 d4"/>
          <p:cNvSpPr/>
          <p:nvPr/>
        </p:nvSpPr>
        <p:spPr>
          <a:xfrm>
            <a:off x="8255000" y="3403600"/>
            <a:ext cx="203200" cy="203200"/>
          </a:xfrm>
          <a:prstGeom prst="ellipse">
            <a:avLst/>
          </a:prstGeom>
          <a:ln w="19050">
            <a:solidFill>
              <a:schemeClr val="accent1"/>
            </a:solidFill>
            <a:prstDash val="solid"/>
          </a:ln>
        </p:spPr>
      </p:sp>
      <p:sp>
        <p:nvSpPr>
          <p:cNvPr id="165" name="Bubble r4 d5"/>
          <p:cNvSpPr/>
          <p:nvPr/>
        </p:nvSpPr>
        <p:spPr>
          <a:xfrm>
            <a:off x="8610600" y="3403600"/>
            <a:ext cx="203200" cy="203200"/>
          </a:xfrm>
          <a:prstGeom prst="ellipse">
            <a:avLst/>
          </a:prstGeom>
          <a:ln w="19050">
            <a:solidFill>
              <a:schemeClr val="accent1"/>
            </a:solidFill>
            <a:prstDash val="solid"/>
          </a:ln>
        </p:spPr>
      </p:sp>
      <p:sp>
        <p:nvSpPr>
          <p:cNvPr id="166" name="Bubble r4 d6"/>
          <p:cNvSpPr/>
          <p:nvPr/>
        </p:nvSpPr>
        <p:spPr>
          <a:xfrm>
            <a:off x="8966200" y="3403600"/>
            <a:ext cx="203200" cy="203200"/>
          </a:xfrm>
          <a:prstGeom prst="ellipse">
            <a:avLst/>
          </a:prstGeom>
          <a:ln w="19050">
            <a:solidFill>
              <a:schemeClr val="accent1"/>
            </a:solidFill>
            <a:prstDash val="solid"/>
          </a:ln>
        </p:spPr>
      </p:sp>
      <p:sp>
        <p:nvSpPr>
          <p:cNvPr id="167" name="Bubble r4 d7"/>
          <p:cNvSpPr/>
          <p:nvPr/>
        </p:nvSpPr>
        <p:spPr>
          <a:xfrm>
            <a:off x="9321800" y="3403600"/>
            <a:ext cx="203200" cy="203200"/>
          </a:xfrm>
          <a:prstGeom prst="ellipse">
            <a:avLst/>
          </a:prstGeom>
          <a:ln w="19050">
            <a:solidFill>
              <a:schemeClr val="accent1"/>
            </a:solidFill>
            <a:prstDash val="solid"/>
          </a:ln>
        </p:spPr>
      </p:sp>
      <p:sp>
        <p:nvSpPr>
          <p:cNvPr id="168" name="Bubble r4 d8"/>
          <p:cNvSpPr/>
          <p:nvPr/>
        </p:nvSpPr>
        <p:spPr>
          <a:xfrm>
            <a:off x="9677400" y="3403600"/>
            <a:ext cx="203200" cy="203200"/>
          </a:xfrm>
          <a:prstGeom prst="ellipse">
            <a:avLst/>
          </a:prstGeom>
          <a:ln w="19050">
            <a:solidFill>
              <a:schemeClr val="accent1"/>
            </a:solidFill>
            <a:prstDash val="solid"/>
          </a:ln>
        </p:spPr>
      </p:sp>
      <p:sp>
        <p:nvSpPr>
          <p:cNvPr id="169" name="Bubble r4 d9"/>
          <p:cNvSpPr/>
          <p:nvPr/>
        </p:nvSpPr>
        <p:spPr>
          <a:xfrm>
            <a:off x="10033000" y="3403600"/>
            <a:ext cx="203200" cy="203200"/>
          </a:xfrm>
          <a:prstGeom prst="ellipse">
            <a:avLst/>
          </a:prstGeom>
          <a:ln w="19050">
            <a:solidFill>
              <a:schemeClr val="accent1"/>
            </a:solidFill>
            <a:prstDash val="solid"/>
          </a:ln>
        </p:spPr>
      </p:sp>
      <p:sp>
        <p:nvSpPr>
          <p:cNvPr id="170" name="Box number 5"/>
          <p:cNvSpPr txBox="1"/>
          <p:nvPr/>
        </p:nvSpPr>
        <p:spPr>
          <a:xfrm>
            <a:off x="6400800" y="3644900"/>
            <a:ext cx="355600" cy="279400"/>
          </a:xfrm>
          <a:prstGeom prst="rect">
            <a:avLst/>
          </a:prstGeom>
          <a:no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171" name="Bubble r5 d0"/>
          <p:cNvSpPr/>
          <p:nvPr/>
        </p:nvSpPr>
        <p:spPr>
          <a:xfrm>
            <a:off x="6832600" y="3683000"/>
            <a:ext cx="203200" cy="203200"/>
          </a:xfrm>
          <a:prstGeom prst="ellipse">
            <a:avLst/>
          </a:prstGeom>
          <a:ln w="19050">
            <a:solidFill>
              <a:schemeClr val="accent1"/>
            </a:solidFill>
            <a:prstDash val="solid"/>
          </a:ln>
        </p:spPr>
      </p:sp>
      <p:sp>
        <p:nvSpPr>
          <p:cNvPr id="172" name="Bubble r5 d1"/>
          <p:cNvSpPr/>
          <p:nvPr/>
        </p:nvSpPr>
        <p:spPr>
          <a:xfrm>
            <a:off x="7188200" y="3683000"/>
            <a:ext cx="203200" cy="203200"/>
          </a:xfrm>
          <a:prstGeom prst="ellipse">
            <a:avLst/>
          </a:prstGeom>
          <a:ln w="19050">
            <a:solidFill>
              <a:schemeClr val="accent1"/>
            </a:solidFill>
            <a:prstDash val="solid"/>
          </a:ln>
        </p:spPr>
      </p:sp>
      <p:sp>
        <p:nvSpPr>
          <p:cNvPr id="173" name="Bubble r5 d2"/>
          <p:cNvSpPr/>
          <p:nvPr/>
        </p:nvSpPr>
        <p:spPr>
          <a:xfrm>
            <a:off x="7543800" y="3683000"/>
            <a:ext cx="203200" cy="203200"/>
          </a:xfrm>
          <a:prstGeom prst="ellipse">
            <a:avLst/>
          </a:prstGeom>
          <a:ln w="19050">
            <a:solidFill>
              <a:schemeClr val="accent1"/>
            </a:solidFill>
            <a:prstDash val="solid"/>
          </a:ln>
        </p:spPr>
      </p:sp>
      <p:sp>
        <p:nvSpPr>
          <p:cNvPr id="174" name="Bubble r5 d3"/>
          <p:cNvSpPr/>
          <p:nvPr/>
        </p:nvSpPr>
        <p:spPr>
          <a:xfrm>
            <a:off x="7899400" y="3683000"/>
            <a:ext cx="203200" cy="203200"/>
          </a:xfrm>
          <a:prstGeom prst="ellipse">
            <a:avLst/>
          </a:prstGeom>
          <a:solidFill>
            <a:srgbClr val="3A3A3A"/>
          </a:solidFill>
          <a:ln w="19050">
            <a:solidFill>
              <a:schemeClr val="accent1"/>
            </a:solidFill>
            <a:prstDash val="solid"/>
          </a:ln>
        </p:spPr>
      </p:sp>
      <p:sp>
        <p:nvSpPr>
          <p:cNvPr id="175" name="Bubble r5 d4"/>
          <p:cNvSpPr/>
          <p:nvPr/>
        </p:nvSpPr>
        <p:spPr>
          <a:xfrm>
            <a:off x="8255000" y="3683000"/>
            <a:ext cx="203200" cy="203200"/>
          </a:xfrm>
          <a:prstGeom prst="ellipse">
            <a:avLst/>
          </a:prstGeom>
          <a:ln w="19050">
            <a:solidFill>
              <a:schemeClr val="accent1"/>
            </a:solidFill>
            <a:prstDash val="solid"/>
          </a:ln>
        </p:spPr>
      </p:sp>
      <p:sp>
        <p:nvSpPr>
          <p:cNvPr id="176" name="Bubble r5 d5"/>
          <p:cNvSpPr/>
          <p:nvPr/>
        </p:nvSpPr>
        <p:spPr>
          <a:xfrm>
            <a:off x="8610600" y="3683000"/>
            <a:ext cx="203200" cy="203200"/>
          </a:xfrm>
          <a:prstGeom prst="ellipse">
            <a:avLst/>
          </a:prstGeom>
          <a:ln w="19050">
            <a:solidFill>
              <a:schemeClr val="accent1"/>
            </a:solidFill>
            <a:prstDash val="solid"/>
          </a:ln>
        </p:spPr>
      </p:sp>
      <p:sp>
        <p:nvSpPr>
          <p:cNvPr id="177" name="Bubble r5 d6"/>
          <p:cNvSpPr/>
          <p:nvPr/>
        </p:nvSpPr>
        <p:spPr>
          <a:xfrm>
            <a:off x="8966200" y="3683000"/>
            <a:ext cx="203200" cy="203200"/>
          </a:xfrm>
          <a:prstGeom prst="ellipse">
            <a:avLst/>
          </a:prstGeom>
          <a:ln w="19050">
            <a:solidFill>
              <a:schemeClr val="accent1"/>
            </a:solidFill>
            <a:prstDash val="solid"/>
          </a:ln>
        </p:spPr>
      </p:sp>
      <p:sp>
        <p:nvSpPr>
          <p:cNvPr id="178" name="Bubble r5 d7"/>
          <p:cNvSpPr/>
          <p:nvPr/>
        </p:nvSpPr>
        <p:spPr>
          <a:xfrm>
            <a:off x="9321800" y="3683000"/>
            <a:ext cx="203200" cy="203200"/>
          </a:xfrm>
          <a:prstGeom prst="ellipse">
            <a:avLst/>
          </a:prstGeom>
          <a:ln w="19050">
            <a:solidFill>
              <a:schemeClr val="accent1"/>
            </a:solidFill>
            <a:prstDash val="solid"/>
          </a:ln>
        </p:spPr>
      </p:sp>
      <p:sp>
        <p:nvSpPr>
          <p:cNvPr id="179" name="Bubble r5 d8"/>
          <p:cNvSpPr/>
          <p:nvPr/>
        </p:nvSpPr>
        <p:spPr>
          <a:xfrm>
            <a:off x="9677400" y="3683000"/>
            <a:ext cx="203200" cy="203200"/>
          </a:xfrm>
          <a:prstGeom prst="ellipse">
            <a:avLst/>
          </a:prstGeom>
          <a:ln w="19050">
            <a:solidFill>
              <a:schemeClr val="accent1"/>
            </a:solidFill>
            <a:prstDash val="solid"/>
          </a:ln>
        </p:spPr>
      </p:sp>
      <p:sp>
        <p:nvSpPr>
          <p:cNvPr id="180" name="Bubble r5 d9"/>
          <p:cNvSpPr/>
          <p:nvPr/>
        </p:nvSpPr>
        <p:spPr>
          <a:xfrm>
            <a:off x="10033000" y="3683000"/>
            <a:ext cx="203200" cy="203200"/>
          </a:xfrm>
          <a:prstGeom prst="ellipse">
            <a:avLst/>
          </a:prstGeom>
          <a:ln w="19050">
            <a:solidFill>
              <a:schemeClr val="accent1"/>
            </a:solidFill>
            <a:prstDash val="solid"/>
          </a:ln>
        </p:spPr>
      </p:sp>
      <p:sp>
        <p:nvSpPr>
          <p:cNvPr id="181" name="Box number 6"/>
          <p:cNvSpPr txBox="1"/>
          <p:nvPr/>
        </p:nvSpPr>
        <p:spPr>
          <a:xfrm>
            <a:off x="6400800" y="3924300"/>
            <a:ext cx="355600" cy="279400"/>
          </a:xfrm>
          <a:prstGeom prst="rect">
            <a:avLst/>
          </a:prstGeom>
          <a:noFill/>
          <a:ln/>
        </p:spPr>
        <p:txBody>
          <a:bodyPr wrap="square" lIns="0" tIns="0" rIns="0" bIns="0" rtlCol="0" anchor="ctr"/>
          <a:lstStyle/>
          <a:p>
            <a:pPr algn="ctr" indent="0" marL="0">
              <a:buNone/>
            </a:pPr>
            <a:r>
              <a:rPr lang="en-US" sz="1400" b="1" dirty="0">
                <a:solidFill>
                  <a:schemeClr val="tx1"/>
                </a:solidFill>
              </a:rPr>
              <a:t>6</a:t>
            </a:r>
            <a:endParaRPr lang="en-US" sz="1400" dirty="0"/>
          </a:p>
        </p:txBody>
      </p:sp>
      <p:sp>
        <p:nvSpPr>
          <p:cNvPr id="182" name="Bubble r6 d0"/>
          <p:cNvSpPr/>
          <p:nvPr/>
        </p:nvSpPr>
        <p:spPr>
          <a:xfrm>
            <a:off x="6832600" y="3962400"/>
            <a:ext cx="203200" cy="203200"/>
          </a:xfrm>
          <a:prstGeom prst="ellipse">
            <a:avLst/>
          </a:prstGeom>
          <a:ln w="19050">
            <a:solidFill>
              <a:schemeClr val="accent1"/>
            </a:solidFill>
            <a:prstDash val="solid"/>
          </a:ln>
        </p:spPr>
      </p:sp>
      <p:sp>
        <p:nvSpPr>
          <p:cNvPr id="183" name="Bubble r6 d1"/>
          <p:cNvSpPr/>
          <p:nvPr/>
        </p:nvSpPr>
        <p:spPr>
          <a:xfrm>
            <a:off x="7188200" y="3962400"/>
            <a:ext cx="203200" cy="203200"/>
          </a:xfrm>
          <a:prstGeom prst="ellipse">
            <a:avLst/>
          </a:prstGeom>
          <a:ln w="19050">
            <a:solidFill>
              <a:schemeClr val="accent1"/>
            </a:solidFill>
            <a:prstDash val="solid"/>
          </a:ln>
        </p:spPr>
      </p:sp>
      <p:sp>
        <p:nvSpPr>
          <p:cNvPr id="184" name="Bubble r6 d2"/>
          <p:cNvSpPr/>
          <p:nvPr/>
        </p:nvSpPr>
        <p:spPr>
          <a:xfrm>
            <a:off x="7543800" y="3962400"/>
            <a:ext cx="203200" cy="203200"/>
          </a:xfrm>
          <a:prstGeom prst="ellipse">
            <a:avLst/>
          </a:prstGeom>
          <a:ln w="19050">
            <a:solidFill>
              <a:schemeClr val="accent1"/>
            </a:solidFill>
            <a:prstDash val="solid"/>
          </a:ln>
        </p:spPr>
      </p:sp>
      <p:sp>
        <p:nvSpPr>
          <p:cNvPr id="185" name="Bubble r6 d3"/>
          <p:cNvSpPr/>
          <p:nvPr/>
        </p:nvSpPr>
        <p:spPr>
          <a:xfrm>
            <a:off x="7899400" y="3962400"/>
            <a:ext cx="203200" cy="203200"/>
          </a:xfrm>
          <a:prstGeom prst="ellipse">
            <a:avLst/>
          </a:prstGeom>
          <a:ln w="19050">
            <a:solidFill>
              <a:schemeClr val="accent1"/>
            </a:solidFill>
            <a:prstDash val="solid"/>
          </a:ln>
        </p:spPr>
      </p:sp>
      <p:sp>
        <p:nvSpPr>
          <p:cNvPr id="186" name="Bubble r6 d4"/>
          <p:cNvSpPr/>
          <p:nvPr/>
        </p:nvSpPr>
        <p:spPr>
          <a:xfrm>
            <a:off x="8255000" y="3962400"/>
            <a:ext cx="203200" cy="203200"/>
          </a:xfrm>
          <a:prstGeom prst="ellipse">
            <a:avLst/>
          </a:prstGeom>
          <a:solidFill>
            <a:srgbClr val="3A3A3A"/>
          </a:solidFill>
          <a:ln w="19050">
            <a:solidFill>
              <a:schemeClr val="accent1"/>
            </a:solidFill>
            <a:prstDash val="solid"/>
          </a:ln>
        </p:spPr>
      </p:sp>
      <p:sp>
        <p:nvSpPr>
          <p:cNvPr id="187" name="Bubble r6 d5"/>
          <p:cNvSpPr/>
          <p:nvPr/>
        </p:nvSpPr>
        <p:spPr>
          <a:xfrm>
            <a:off x="8610600" y="3962400"/>
            <a:ext cx="203200" cy="203200"/>
          </a:xfrm>
          <a:prstGeom prst="ellipse">
            <a:avLst/>
          </a:prstGeom>
          <a:ln w="19050">
            <a:solidFill>
              <a:schemeClr val="accent1"/>
            </a:solidFill>
            <a:prstDash val="solid"/>
          </a:ln>
        </p:spPr>
      </p:sp>
      <p:sp>
        <p:nvSpPr>
          <p:cNvPr id="188" name="Bubble r6 d6"/>
          <p:cNvSpPr/>
          <p:nvPr/>
        </p:nvSpPr>
        <p:spPr>
          <a:xfrm>
            <a:off x="8966200" y="3962400"/>
            <a:ext cx="203200" cy="203200"/>
          </a:xfrm>
          <a:prstGeom prst="ellipse">
            <a:avLst/>
          </a:prstGeom>
          <a:ln w="19050">
            <a:solidFill>
              <a:schemeClr val="accent1"/>
            </a:solidFill>
            <a:prstDash val="solid"/>
          </a:ln>
        </p:spPr>
      </p:sp>
      <p:sp>
        <p:nvSpPr>
          <p:cNvPr id="189" name="Bubble r6 d7"/>
          <p:cNvSpPr/>
          <p:nvPr/>
        </p:nvSpPr>
        <p:spPr>
          <a:xfrm>
            <a:off x="9321800" y="3962400"/>
            <a:ext cx="203200" cy="203200"/>
          </a:xfrm>
          <a:prstGeom prst="ellipse">
            <a:avLst/>
          </a:prstGeom>
          <a:ln w="19050">
            <a:solidFill>
              <a:schemeClr val="accent1"/>
            </a:solidFill>
            <a:prstDash val="solid"/>
          </a:ln>
        </p:spPr>
      </p:sp>
      <p:sp>
        <p:nvSpPr>
          <p:cNvPr id="190" name="Bubble r6 d8"/>
          <p:cNvSpPr/>
          <p:nvPr/>
        </p:nvSpPr>
        <p:spPr>
          <a:xfrm>
            <a:off x="9677400" y="3962400"/>
            <a:ext cx="203200" cy="203200"/>
          </a:xfrm>
          <a:prstGeom prst="ellipse">
            <a:avLst/>
          </a:prstGeom>
          <a:ln w="19050">
            <a:solidFill>
              <a:schemeClr val="accent1"/>
            </a:solidFill>
            <a:prstDash val="solid"/>
          </a:ln>
        </p:spPr>
      </p:sp>
      <p:sp>
        <p:nvSpPr>
          <p:cNvPr id="191" name="Bubble r6 d9"/>
          <p:cNvSpPr/>
          <p:nvPr/>
        </p:nvSpPr>
        <p:spPr>
          <a:xfrm>
            <a:off x="10033000" y="3962400"/>
            <a:ext cx="203200" cy="203200"/>
          </a:xfrm>
          <a:prstGeom prst="ellipse">
            <a:avLst/>
          </a:prstGeom>
          <a:ln w="19050">
            <a:solidFill>
              <a:schemeClr val="accent1"/>
            </a:solidFill>
            <a:prstDash val="solid"/>
          </a:ln>
        </p:spPr>
      </p:sp>
      <p:sp>
        <p:nvSpPr>
          <p:cNvPr id="192" name="Box number 7"/>
          <p:cNvSpPr txBox="1"/>
          <p:nvPr/>
        </p:nvSpPr>
        <p:spPr>
          <a:xfrm>
            <a:off x="6400800" y="4203700"/>
            <a:ext cx="355600" cy="279400"/>
          </a:xfrm>
          <a:prstGeom prst="rect">
            <a:avLst/>
          </a:prstGeom>
          <a:noFill/>
          <a:ln/>
        </p:spPr>
        <p:txBody>
          <a:bodyPr wrap="square" lIns="0" tIns="0" rIns="0" bIns="0" rtlCol="0" anchor="ctr"/>
          <a:lstStyle/>
          <a:p>
            <a:pPr algn="ctr" indent="0" marL="0">
              <a:buNone/>
            </a:pPr>
            <a:r>
              <a:rPr lang="en-US" sz="1400" b="1" dirty="0">
                <a:solidFill>
                  <a:schemeClr val="tx1"/>
                </a:solidFill>
              </a:rPr>
              <a:t>7</a:t>
            </a:r>
            <a:endParaRPr lang="en-US" sz="1400" dirty="0"/>
          </a:p>
        </p:txBody>
      </p:sp>
      <p:sp>
        <p:nvSpPr>
          <p:cNvPr id="193" name="Bubble r7 d0"/>
          <p:cNvSpPr/>
          <p:nvPr/>
        </p:nvSpPr>
        <p:spPr>
          <a:xfrm>
            <a:off x="6832600" y="4241800"/>
            <a:ext cx="203200" cy="203200"/>
          </a:xfrm>
          <a:prstGeom prst="ellipse">
            <a:avLst/>
          </a:prstGeom>
          <a:ln w="19050">
            <a:solidFill>
              <a:schemeClr val="accent1"/>
            </a:solidFill>
            <a:prstDash val="solid"/>
          </a:ln>
        </p:spPr>
      </p:sp>
      <p:sp>
        <p:nvSpPr>
          <p:cNvPr id="194" name="Bubble r7 d1"/>
          <p:cNvSpPr/>
          <p:nvPr/>
        </p:nvSpPr>
        <p:spPr>
          <a:xfrm>
            <a:off x="7188200" y="4241800"/>
            <a:ext cx="203200" cy="203200"/>
          </a:xfrm>
          <a:prstGeom prst="ellipse">
            <a:avLst/>
          </a:prstGeom>
          <a:ln w="19050">
            <a:solidFill>
              <a:schemeClr val="accent1"/>
            </a:solidFill>
            <a:prstDash val="solid"/>
          </a:ln>
        </p:spPr>
      </p:sp>
      <p:sp>
        <p:nvSpPr>
          <p:cNvPr id="195" name="Bubble r7 d2"/>
          <p:cNvSpPr/>
          <p:nvPr/>
        </p:nvSpPr>
        <p:spPr>
          <a:xfrm>
            <a:off x="7543800" y="4241800"/>
            <a:ext cx="203200" cy="203200"/>
          </a:xfrm>
          <a:prstGeom prst="ellipse">
            <a:avLst/>
          </a:prstGeom>
          <a:ln w="19050">
            <a:solidFill>
              <a:schemeClr val="accent1"/>
            </a:solidFill>
            <a:prstDash val="solid"/>
          </a:ln>
        </p:spPr>
      </p:sp>
      <p:sp>
        <p:nvSpPr>
          <p:cNvPr id="196" name="Bubble r7 d3"/>
          <p:cNvSpPr/>
          <p:nvPr/>
        </p:nvSpPr>
        <p:spPr>
          <a:xfrm>
            <a:off x="7899400" y="4241800"/>
            <a:ext cx="203200" cy="203200"/>
          </a:xfrm>
          <a:prstGeom prst="ellipse">
            <a:avLst/>
          </a:prstGeom>
          <a:ln w="19050">
            <a:solidFill>
              <a:schemeClr val="accent1"/>
            </a:solidFill>
            <a:prstDash val="solid"/>
          </a:ln>
        </p:spPr>
      </p:sp>
      <p:sp>
        <p:nvSpPr>
          <p:cNvPr id="197" name="Bubble r7 d4"/>
          <p:cNvSpPr/>
          <p:nvPr/>
        </p:nvSpPr>
        <p:spPr>
          <a:xfrm>
            <a:off x="8255000" y="4241800"/>
            <a:ext cx="203200" cy="203200"/>
          </a:xfrm>
          <a:prstGeom prst="ellipse">
            <a:avLst/>
          </a:prstGeom>
          <a:ln w="19050">
            <a:solidFill>
              <a:schemeClr val="accent1"/>
            </a:solidFill>
            <a:prstDash val="solid"/>
          </a:ln>
        </p:spPr>
      </p:sp>
      <p:sp>
        <p:nvSpPr>
          <p:cNvPr id="198" name="Bubble r7 d5"/>
          <p:cNvSpPr/>
          <p:nvPr/>
        </p:nvSpPr>
        <p:spPr>
          <a:xfrm>
            <a:off x="8610600" y="4241800"/>
            <a:ext cx="203200" cy="203200"/>
          </a:xfrm>
          <a:prstGeom prst="ellipse">
            <a:avLst/>
          </a:prstGeom>
          <a:solidFill>
            <a:srgbClr val="3A3A3A"/>
          </a:solidFill>
          <a:ln w="19050">
            <a:solidFill>
              <a:schemeClr val="accent1"/>
            </a:solidFill>
            <a:prstDash val="solid"/>
          </a:ln>
        </p:spPr>
      </p:sp>
      <p:sp>
        <p:nvSpPr>
          <p:cNvPr id="199" name="Bubble r7 d6"/>
          <p:cNvSpPr/>
          <p:nvPr/>
        </p:nvSpPr>
        <p:spPr>
          <a:xfrm>
            <a:off x="8966200" y="4241800"/>
            <a:ext cx="203200" cy="203200"/>
          </a:xfrm>
          <a:prstGeom prst="ellipse">
            <a:avLst/>
          </a:prstGeom>
          <a:ln w="19050">
            <a:solidFill>
              <a:schemeClr val="accent1"/>
            </a:solidFill>
            <a:prstDash val="solid"/>
          </a:ln>
        </p:spPr>
      </p:sp>
      <p:sp>
        <p:nvSpPr>
          <p:cNvPr id="200" name="Bubble r7 d7"/>
          <p:cNvSpPr/>
          <p:nvPr/>
        </p:nvSpPr>
        <p:spPr>
          <a:xfrm>
            <a:off x="9321800" y="4241800"/>
            <a:ext cx="203200" cy="203200"/>
          </a:xfrm>
          <a:prstGeom prst="ellipse">
            <a:avLst/>
          </a:prstGeom>
          <a:ln w="19050">
            <a:solidFill>
              <a:schemeClr val="accent1"/>
            </a:solidFill>
            <a:prstDash val="solid"/>
          </a:ln>
        </p:spPr>
      </p:sp>
      <p:sp>
        <p:nvSpPr>
          <p:cNvPr id="201" name="Bubble r7 d8"/>
          <p:cNvSpPr/>
          <p:nvPr/>
        </p:nvSpPr>
        <p:spPr>
          <a:xfrm>
            <a:off x="9677400" y="4241800"/>
            <a:ext cx="203200" cy="203200"/>
          </a:xfrm>
          <a:prstGeom prst="ellipse">
            <a:avLst/>
          </a:prstGeom>
          <a:ln w="19050">
            <a:solidFill>
              <a:schemeClr val="accent1"/>
            </a:solidFill>
            <a:prstDash val="solid"/>
          </a:ln>
        </p:spPr>
      </p:sp>
      <p:sp>
        <p:nvSpPr>
          <p:cNvPr id="202" name="Bubble r7 d9"/>
          <p:cNvSpPr/>
          <p:nvPr/>
        </p:nvSpPr>
        <p:spPr>
          <a:xfrm>
            <a:off x="10033000" y="4241800"/>
            <a:ext cx="203200" cy="203200"/>
          </a:xfrm>
          <a:prstGeom prst="ellipse">
            <a:avLst/>
          </a:prstGeom>
          <a:ln w="19050">
            <a:solidFill>
              <a:schemeClr val="accent1"/>
            </a:solidFill>
            <a:prstDash val="solid"/>
          </a:ln>
        </p:spPr>
      </p:sp>
      <p:sp>
        <p:nvSpPr>
          <p:cNvPr id="203" name="Box number 8"/>
          <p:cNvSpPr txBox="1"/>
          <p:nvPr/>
        </p:nvSpPr>
        <p:spPr>
          <a:xfrm>
            <a:off x="6400800" y="4483100"/>
            <a:ext cx="355600" cy="279400"/>
          </a:xfrm>
          <a:prstGeom prst="rect">
            <a:avLst/>
          </a:prstGeom>
          <a:noFill/>
          <a:ln/>
        </p:spPr>
        <p:txBody>
          <a:bodyPr wrap="square" lIns="0" tIns="0" rIns="0" bIns="0" rtlCol="0" anchor="ctr"/>
          <a:lstStyle/>
          <a:p>
            <a:pPr algn="ctr" indent="0" marL="0">
              <a:buNone/>
            </a:pPr>
            <a:r>
              <a:rPr lang="en-US" sz="1400" b="1" dirty="0">
                <a:solidFill>
                  <a:schemeClr val="tx1"/>
                </a:solidFill>
              </a:rPr>
              <a:t>8</a:t>
            </a:r>
            <a:endParaRPr lang="en-US" sz="1400" dirty="0"/>
          </a:p>
        </p:txBody>
      </p:sp>
      <p:sp>
        <p:nvSpPr>
          <p:cNvPr id="204" name="Bubble r8 d0"/>
          <p:cNvSpPr/>
          <p:nvPr/>
        </p:nvSpPr>
        <p:spPr>
          <a:xfrm>
            <a:off x="6832600" y="4521200"/>
            <a:ext cx="203200" cy="203200"/>
          </a:xfrm>
          <a:prstGeom prst="ellipse">
            <a:avLst/>
          </a:prstGeom>
          <a:ln w="19050">
            <a:solidFill>
              <a:schemeClr val="accent1"/>
            </a:solidFill>
            <a:prstDash val="solid"/>
          </a:ln>
        </p:spPr>
      </p:sp>
      <p:sp>
        <p:nvSpPr>
          <p:cNvPr id="205" name="Bubble r8 d1"/>
          <p:cNvSpPr/>
          <p:nvPr/>
        </p:nvSpPr>
        <p:spPr>
          <a:xfrm>
            <a:off x="7188200" y="4521200"/>
            <a:ext cx="203200" cy="203200"/>
          </a:xfrm>
          <a:prstGeom prst="ellipse">
            <a:avLst/>
          </a:prstGeom>
          <a:ln w="19050">
            <a:solidFill>
              <a:schemeClr val="accent1"/>
            </a:solidFill>
            <a:prstDash val="solid"/>
          </a:ln>
        </p:spPr>
      </p:sp>
      <p:sp>
        <p:nvSpPr>
          <p:cNvPr id="206" name="Bubble r8 d2"/>
          <p:cNvSpPr/>
          <p:nvPr/>
        </p:nvSpPr>
        <p:spPr>
          <a:xfrm>
            <a:off x="7543800" y="4521200"/>
            <a:ext cx="203200" cy="203200"/>
          </a:xfrm>
          <a:prstGeom prst="ellipse">
            <a:avLst/>
          </a:prstGeom>
          <a:ln w="19050">
            <a:solidFill>
              <a:schemeClr val="accent1"/>
            </a:solidFill>
            <a:prstDash val="solid"/>
          </a:ln>
        </p:spPr>
      </p:sp>
      <p:sp>
        <p:nvSpPr>
          <p:cNvPr id="207" name="Bubble r8 d3"/>
          <p:cNvSpPr/>
          <p:nvPr/>
        </p:nvSpPr>
        <p:spPr>
          <a:xfrm>
            <a:off x="7899400" y="4521200"/>
            <a:ext cx="203200" cy="203200"/>
          </a:xfrm>
          <a:prstGeom prst="ellipse">
            <a:avLst/>
          </a:prstGeom>
          <a:ln w="19050">
            <a:solidFill>
              <a:schemeClr val="accent1"/>
            </a:solidFill>
            <a:prstDash val="solid"/>
          </a:ln>
        </p:spPr>
      </p:sp>
      <p:sp>
        <p:nvSpPr>
          <p:cNvPr id="208" name="Bubble r8 d4"/>
          <p:cNvSpPr/>
          <p:nvPr/>
        </p:nvSpPr>
        <p:spPr>
          <a:xfrm>
            <a:off x="8255000" y="4521200"/>
            <a:ext cx="203200" cy="203200"/>
          </a:xfrm>
          <a:prstGeom prst="ellipse">
            <a:avLst/>
          </a:prstGeom>
          <a:ln w="19050">
            <a:solidFill>
              <a:schemeClr val="accent1"/>
            </a:solidFill>
            <a:prstDash val="solid"/>
          </a:ln>
        </p:spPr>
      </p:sp>
      <p:sp>
        <p:nvSpPr>
          <p:cNvPr id="209" name="Bubble r8 d5"/>
          <p:cNvSpPr/>
          <p:nvPr/>
        </p:nvSpPr>
        <p:spPr>
          <a:xfrm>
            <a:off x="8610600" y="4521200"/>
            <a:ext cx="203200" cy="203200"/>
          </a:xfrm>
          <a:prstGeom prst="ellipse">
            <a:avLst/>
          </a:prstGeom>
          <a:ln w="19050">
            <a:solidFill>
              <a:schemeClr val="accent1"/>
            </a:solidFill>
            <a:prstDash val="solid"/>
          </a:ln>
        </p:spPr>
      </p:sp>
      <p:sp>
        <p:nvSpPr>
          <p:cNvPr id="210" name="Bubble r8 d6"/>
          <p:cNvSpPr/>
          <p:nvPr/>
        </p:nvSpPr>
        <p:spPr>
          <a:xfrm>
            <a:off x="8966200" y="4521200"/>
            <a:ext cx="203200" cy="203200"/>
          </a:xfrm>
          <a:prstGeom prst="ellipse">
            <a:avLst/>
          </a:prstGeom>
          <a:solidFill>
            <a:srgbClr val="3A3A3A"/>
          </a:solidFill>
          <a:ln w="19050">
            <a:solidFill>
              <a:schemeClr val="accent1"/>
            </a:solidFill>
            <a:prstDash val="solid"/>
          </a:ln>
        </p:spPr>
      </p:sp>
      <p:sp>
        <p:nvSpPr>
          <p:cNvPr id="211" name="Bubble r8 d7"/>
          <p:cNvSpPr/>
          <p:nvPr/>
        </p:nvSpPr>
        <p:spPr>
          <a:xfrm>
            <a:off x="9321800" y="4521200"/>
            <a:ext cx="203200" cy="203200"/>
          </a:xfrm>
          <a:prstGeom prst="ellipse">
            <a:avLst/>
          </a:prstGeom>
          <a:ln w="19050">
            <a:solidFill>
              <a:schemeClr val="accent1"/>
            </a:solidFill>
            <a:prstDash val="solid"/>
          </a:ln>
        </p:spPr>
      </p:sp>
      <p:sp>
        <p:nvSpPr>
          <p:cNvPr id="212" name="Bubble r8 d8"/>
          <p:cNvSpPr/>
          <p:nvPr/>
        </p:nvSpPr>
        <p:spPr>
          <a:xfrm>
            <a:off x="9677400" y="4521200"/>
            <a:ext cx="203200" cy="203200"/>
          </a:xfrm>
          <a:prstGeom prst="ellipse">
            <a:avLst/>
          </a:prstGeom>
          <a:ln w="19050">
            <a:solidFill>
              <a:schemeClr val="accent1"/>
            </a:solidFill>
            <a:prstDash val="solid"/>
          </a:ln>
        </p:spPr>
      </p:sp>
      <p:sp>
        <p:nvSpPr>
          <p:cNvPr id="213" name="Bubble r8 d9"/>
          <p:cNvSpPr/>
          <p:nvPr/>
        </p:nvSpPr>
        <p:spPr>
          <a:xfrm>
            <a:off x="10033000" y="4521200"/>
            <a:ext cx="203200" cy="203200"/>
          </a:xfrm>
          <a:prstGeom prst="ellipse">
            <a:avLst/>
          </a:prstGeom>
          <a:ln w="19050">
            <a:solidFill>
              <a:schemeClr val="accent1"/>
            </a:solidFill>
            <a:prstDash val="solid"/>
          </a:ln>
        </p:spPr>
      </p:sp>
      <p:sp>
        <p:nvSpPr>
          <p:cNvPr id="214" name="Box number 9"/>
          <p:cNvSpPr txBox="1"/>
          <p:nvPr/>
        </p:nvSpPr>
        <p:spPr>
          <a:xfrm>
            <a:off x="6400800" y="4762500"/>
            <a:ext cx="355600" cy="279400"/>
          </a:xfrm>
          <a:prstGeom prst="rect">
            <a:avLst/>
          </a:prstGeom>
          <a:noFill/>
          <a:ln/>
        </p:spPr>
        <p:txBody>
          <a:bodyPr wrap="square" lIns="0" tIns="0" rIns="0" bIns="0" rtlCol="0" anchor="ctr"/>
          <a:lstStyle/>
          <a:p>
            <a:pPr algn="ctr" indent="0" marL="0">
              <a:buNone/>
            </a:pPr>
            <a:r>
              <a:rPr lang="en-US" sz="1400" b="1" dirty="0">
                <a:solidFill>
                  <a:schemeClr val="tx1"/>
                </a:solidFill>
              </a:rPr>
              <a:t>9</a:t>
            </a:r>
            <a:endParaRPr lang="en-US" sz="1400" dirty="0"/>
          </a:p>
        </p:txBody>
      </p:sp>
      <p:sp>
        <p:nvSpPr>
          <p:cNvPr id="215" name="Bubble r9 d0"/>
          <p:cNvSpPr/>
          <p:nvPr/>
        </p:nvSpPr>
        <p:spPr>
          <a:xfrm>
            <a:off x="6832600" y="4800600"/>
            <a:ext cx="203200" cy="203200"/>
          </a:xfrm>
          <a:prstGeom prst="ellipse">
            <a:avLst/>
          </a:prstGeom>
          <a:ln w="19050">
            <a:solidFill>
              <a:schemeClr val="accent1"/>
            </a:solidFill>
            <a:prstDash val="solid"/>
          </a:ln>
        </p:spPr>
      </p:sp>
      <p:sp>
        <p:nvSpPr>
          <p:cNvPr id="216" name="Bubble r9 d1"/>
          <p:cNvSpPr/>
          <p:nvPr/>
        </p:nvSpPr>
        <p:spPr>
          <a:xfrm>
            <a:off x="7188200" y="4800600"/>
            <a:ext cx="203200" cy="203200"/>
          </a:xfrm>
          <a:prstGeom prst="ellipse">
            <a:avLst/>
          </a:prstGeom>
          <a:ln w="19050">
            <a:solidFill>
              <a:schemeClr val="accent1"/>
            </a:solidFill>
            <a:prstDash val="solid"/>
          </a:ln>
        </p:spPr>
      </p:sp>
      <p:sp>
        <p:nvSpPr>
          <p:cNvPr id="217" name="Bubble r9 d2"/>
          <p:cNvSpPr/>
          <p:nvPr/>
        </p:nvSpPr>
        <p:spPr>
          <a:xfrm>
            <a:off x="7543800" y="4800600"/>
            <a:ext cx="203200" cy="203200"/>
          </a:xfrm>
          <a:prstGeom prst="ellipse">
            <a:avLst/>
          </a:prstGeom>
          <a:ln w="19050">
            <a:solidFill>
              <a:schemeClr val="accent1"/>
            </a:solidFill>
            <a:prstDash val="solid"/>
          </a:ln>
        </p:spPr>
      </p:sp>
      <p:sp>
        <p:nvSpPr>
          <p:cNvPr id="218" name="Bubble r9 d3"/>
          <p:cNvSpPr/>
          <p:nvPr/>
        </p:nvSpPr>
        <p:spPr>
          <a:xfrm>
            <a:off x="7899400" y="4800600"/>
            <a:ext cx="203200" cy="203200"/>
          </a:xfrm>
          <a:prstGeom prst="ellipse">
            <a:avLst/>
          </a:prstGeom>
          <a:ln w="19050">
            <a:solidFill>
              <a:schemeClr val="accent1"/>
            </a:solidFill>
            <a:prstDash val="solid"/>
          </a:ln>
        </p:spPr>
      </p:sp>
      <p:sp>
        <p:nvSpPr>
          <p:cNvPr id="219" name="Bubble r9 d4"/>
          <p:cNvSpPr/>
          <p:nvPr/>
        </p:nvSpPr>
        <p:spPr>
          <a:xfrm>
            <a:off x="8255000" y="4800600"/>
            <a:ext cx="203200" cy="203200"/>
          </a:xfrm>
          <a:prstGeom prst="ellipse">
            <a:avLst/>
          </a:prstGeom>
          <a:ln w="19050">
            <a:solidFill>
              <a:schemeClr val="accent1"/>
            </a:solidFill>
            <a:prstDash val="solid"/>
          </a:ln>
        </p:spPr>
      </p:sp>
      <p:sp>
        <p:nvSpPr>
          <p:cNvPr id="220" name="Bubble r9 d5"/>
          <p:cNvSpPr/>
          <p:nvPr/>
        </p:nvSpPr>
        <p:spPr>
          <a:xfrm>
            <a:off x="8610600" y="4800600"/>
            <a:ext cx="203200" cy="203200"/>
          </a:xfrm>
          <a:prstGeom prst="ellipse">
            <a:avLst/>
          </a:prstGeom>
          <a:ln w="19050">
            <a:solidFill>
              <a:schemeClr val="accent1"/>
            </a:solidFill>
            <a:prstDash val="solid"/>
          </a:ln>
        </p:spPr>
      </p:sp>
      <p:sp>
        <p:nvSpPr>
          <p:cNvPr id="221" name="Bubble r9 d6"/>
          <p:cNvSpPr/>
          <p:nvPr/>
        </p:nvSpPr>
        <p:spPr>
          <a:xfrm>
            <a:off x="8966200" y="4800600"/>
            <a:ext cx="203200" cy="203200"/>
          </a:xfrm>
          <a:prstGeom prst="ellipse">
            <a:avLst/>
          </a:prstGeom>
          <a:ln w="19050">
            <a:solidFill>
              <a:schemeClr val="accent1"/>
            </a:solidFill>
            <a:prstDash val="solid"/>
          </a:ln>
        </p:spPr>
      </p:sp>
      <p:sp>
        <p:nvSpPr>
          <p:cNvPr id="222" name="Bubble r9 d7"/>
          <p:cNvSpPr/>
          <p:nvPr/>
        </p:nvSpPr>
        <p:spPr>
          <a:xfrm>
            <a:off x="9321800" y="4800600"/>
            <a:ext cx="203200" cy="203200"/>
          </a:xfrm>
          <a:prstGeom prst="ellipse">
            <a:avLst/>
          </a:prstGeom>
          <a:solidFill>
            <a:srgbClr val="3A3A3A"/>
          </a:solidFill>
          <a:ln w="19050">
            <a:solidFill>
              <a:schemeClr val="accent1"/>
            </a:solidFill>
            <a:prstDash val="solid"/>
          </a:ln>
        </p:spPr>
      </p:sp>
      <p:sp>
        <p:nvSpPr>
          <p:cNvPr id="223" name="Bubble r9 d8"/>
          <p:cNvSpPr/>
          <p:nvPr/>
        </p:nvSpPr>
        <p:spPr>
          <a:xfrm>
            <a:off x="9677400" y="4800600"/>
            <a:ext cx="203200" cy="203200"/>
          </a:xfrm>
          <a:prstGeom prst="ellipse">
            <a:avLst/>
          </a:prstGeom>
          <a:ln w="19050">
            <a:solidFill>
              <a:schemeClr val="accent1"/>
            </a:solidFill>
            <a:prstDash val="solid"/>
          </a:ln>
        </p:spPr>
      </p:sp>
      <p:sp>
        <p:nvSpPr>
          <p:cNvPr id="224" name="Bubble r9 d9"/>
          <p:cNvSpPr/>
          <p:nvPr/>
        </p:nvSpPr>
        <p:spPr>
          <a:xfrm>
            <a:off x="10033000" y="4800600"/>
            <a:ext cx="203200" cy="203200"/>
          </a:xfrm>
          <a:prstGeom prst="ellipse">
            <a:avLst/>
          </a:prstGeom>
          <a:ln w="19050">
            <a:solidFill>
              <a:schemeClr val="accent1"/>
            </a:solidFill>
            <a:prstDash val="solid"/>
          </a:ln>
        </p:spPr>
      </p:sp>
      <p:sp>
        <p:nvSpPr>
          <p:cNvPr id="225" name="Panel caption"/>
          <p:cNvSpPr txBox="1"/>
          <p:nvPr/>
        </p:nvSpPr>
        <p:spPr>
          <a:xfrm>
            <a:off x="6400800" y="5118100"/>
            <a:ext cx="3911600" cy="508000"/>
          </a:xfrm>
          <a:prstGeom prst="rect">
            <a:avLst/>
          </a:prstGeom>
          <a:noFill/>
          <a:ln/>
        </p:spPr>
        <p:txBody>
          <a:bodyPr wrap="square" lIns="0" tIns="0" rIns="0" bIns="0" rtlCol="0" anchor="t"/>
          <a:lstStyle/>
          <a:p>
            <a:pPr indent="0" marL="0">
              <a:buNone/>
            </a:pPr>
            <a:r>
              <a:rPr lang="en-US" sz="1400" dirty="0">
                <a:solidFill>
                  <a:schemeClr val="accent5"/>
                </a:solidFill>
              </a:rPr>
              <a:t>Boxes 1 and 2 are 0 0. Boxes 3 to 9 hold your ID.</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812800" y="812800"/>
            <a:ext cx="7620000" cy="279400"/>
          </a:xfrm>
          <a:prstGeom prst="rect">
            <a:avLst/>
          </a:prstGeom>
          <a:noFill/>
          <a:ln/>
        </p:spPr>
        <p:txBody>
          <a:bodyPr wrap="square" lIns="0" tIns="0" rIns="0" bIns="0" rtlCol="0" anchor="ctr"/>
          <a:lstStyle/>
          <a:p>
            <a:pPr indent="0" marL="0">
              <a:buNone/>
            </a:pPr>
            <a:r>
              <a:rPr lang="en-US" sz="1400" b="1" spc="400" kern="0" dirty="0">
                <a:solidFill>
                  <a:schemeClr val="accent1"/>
                </a:solidFill>
              </a:rPr>
              <a:t>YOUR ANSWERS</a:t>
            </a:r>
            <a:endParaRPr lang="en-US" sz="1400" dirty="0"/>
          </a:p>
        </p:txBody>
      </p:sp>
      <p:sp>
        <p:nvSpPr>
          <p:cNvPr id="3" name="Text 0"/>
          <p:cNvSpPr/>
          <p:nvPr>
            <p:ph idx="100" type="title" hasCustomPrompt="1"/>
          </p:nvPr>
        </p:nvSpPr>
        <p:spPr>
          <a:xfrm>
            <a:off x="812800" y="1117600"/>
            <a:ext cx="10566400" cy="533400"/>
          </a:xfrm>
          <a:prstGeom prst="rect">
            <a:avLst/>
          </a:prstGeom>
          <a:noFill/>
          <a:ln/>
        </p:spPr>
        <p:txBody>
          <a:bodyPr wrap="square" lIns="0" tIns="0" rIns="0" bIns="0" rtlCol="0" anchor="t"/>
          <a:lstStyle/>
          <a:p>
            <a:pPr algn="l" indent="0" marL="0">
              <a:buNone/>
            </a:pPr>
            <a:r>
              <a:rPr lang="en-US" sz="3600" b="1" dirty="0">
                <a:solidFill>
                  <a:schemeClr val="tx1"/>
                </a:solidFill>
              </a:rPr>
              <a:t>Fill each bubble dark and full</a:t>
            </a:r>
            <a:endParaRPr lang="en-US" sz="3600" dirty="0"/>
          </a:p>
        </p:txBody>
      </p:sp>
      <p:sp>
        <p:nvSpPr>
          <p:cNvPr id="4" name="Card 1"/>
          <p:cNvSpPr/>
          <p:nvPr/>
        </p:nvSpPr>
        <p:spPr>
          <a:xfrm>
            <a:off x="812800" y="1841500"/>
            <a:ext cx="3386667" cy="3168650"/>
          </a:xfrm>
          <a:prstGeom prst="roundRect">
            <a:avLst>
              <a:gd name="adj" fmla="val 3174"/>
            </a:avLst>
          </a:prstGeom>
          <a:solidFill>
            <a:schemeClr val="bg1"/>
          </a:solidFill>
          <a:ln w="9525">
            <a:solidFill>
              <a:srgbClr val="E3D9CE"/>
            </a:solidFill>
            <a:prstDash val="solid"/>
          </a:ln>
        </p:spPr>
      </p:sp>
      <p:sp>
        <p:nvSpPr>
          <p:cNvPr id="5" name="Chip Don&amp;apos;t"/>
          <p:cNvSpPr txBox="1"/>
          <p:nvPr/>
        </p:nvSpPr>
        <p:spPr>
          <a:xfrm>
            <a:off x="1041400" y="2070100"/>
            <a:ext cx="838200" cy="304800"/>
          </a:xfrm>
          <a:prstGeom prst="roundRect">
            <a:avLst>
              <a:gd name="adj" fmla="val 51000"/>
            </a:avLst>
          </a:prstGeom>
          <a:solidFill>
            <a:schemeClr val="accent4"/>
          </a:solidFill>
          <a:ln/>
        </p:spPr>
        <p:txBody>
          <a:bodyPr wrap="square" lIns="0" tIns="0" rIns="0" bIns="0" rtlCol="0" anchor="ctr"/>
          <a:lstStyle/>
          <a:p>
            <a:pPr algn="ctr" indent="0" marL="0">
              <a:buNone/>
            </a:pPr>
            <a:r>
              <a:rPr lang="en-US" sz="1400" b="1" dirty="0">
                <a:solidFill>
                  <a:schemeClr val="bg1"/>
                </a:solidFill>
              </a:rPr>
              <a:t>Don't</a:t>
            </a:r>
            <a:endParaRPr lang="en-US" sz="1400" dirty="0"/>
          </a:p>
        </p:txBody>
      </p:sp>
      <p:sp>
        <p:nvSpPr>
          <p:cNvPr id="6" name="Bubble example 1"/>
          <p:cNvSpPr/>
          <p:nvPr/>
        </p:nvSpPr>
        <p:spPr>
          <a:xfrm>
            <a:off x="1807633" y="2654300"/>
            <a:ext cx="1397000" cy="838200"/>
          </a:xfrm>
          <a:prstGeom prst="ellipse">
            <a:avLst/>
          </a:prstGeom>
          <a:solidFill>
            <a:srgbClr val="DAD6D3"/>
          </a:solidFill>
          <a:ln w="38100">
            <a:solidFill>
              <a:schemeClr val="accent1"/>
            </a:solidFill>
            <a:prstDash val="solid"/>
          </a:ln>
        </p:spPr>
      </p:sp>
      <p:sp>
        <p:nvSpPr>
          <p:cNvPr id="7" name="Card title 1"/>
          <p:cNvSpPr txBox="1"/>
          <p:nvPr/>
        </p:nvSpPr>
        <p:spPr>
          <a:xfrm>
            <a:off x="1041400" y="3771900"/>
            <a:ext cx="2929467" cy="355600"/>
          </a:xfrm>
          <a:prstGeom prst="rect">
            <a:avLst/>
          </a:prstGeom>
          <a:noFill/>
          <a:ln/>
        </p:spPr>
        <p:txBody>
          <a:bodyPr wrap="square" lIns="0" tIns="0" rIns="0" bIns="0" rtlCol="0" anchor="ctr"/>
          <a:lstStyle/>
          <a:p>
            <a:pPr indent="0" marL="0">
              <a:buNone/>
            </a:pPr>
            <a:r>
              <a:rPr lang="en-US" sz="2000" b="1" dirty="0">
                <a:solidFill>
                  <a:schemeClr val="tx1"/>
                </a:solidFill>
              </a:rPr>
              <a:t>Too faint</a:t>
            </a:r>
            <a:endParaRPr lang="en-US" sz="2000" dirty="0"/>
          </a:p>
        </p:txBody>
      </p:sp>
      <p:sp>
        <p:nvSpPr>
          <p:cNvPr id="8" name="Card text 1"/>
          <p:cNvSpPr txBox="1"/>
          <p:nvPr/>
        </p:nvSpPr>
        <p:spPr>
          <a:xfrm>
            <a:off x="1041400" y="4203700"/>
            <a:ext cx="2929467" cy="571500"/>
          </a:xfrm>
          <a:prstGeom prst="rect">
            <a:avLst/>
          </a:prstGeom>
          <a:noFill/>
          <a:ln/>
        </p:spPr>
        <p:txBody>
          <a:bodyPr wrap="square" lIns="0" tIns="0" rIns="0" bIns="0" rtlCol="0" anchor="t"/>
          <a:lstStyle/>
          <a:p>
            <a:pPr indent="0" marL="0">
              <a:buNone/>
            </a:pPr>
            <a:r>
              <a:rPr lang="en-US" sz="1500" dirty="0">
                <a:solidFill>
                  <a:schemeClr val="accent5"/>
                </a:solidFill>
              </a:rPr>
              <a:t>Press firmly so the mark is dark, not light.</a:t>
            </a:r>
            <a:endParaRPr lang="en-US" sz="1500" dirty="0"/>
          </a:p>
        </p:txBody>
      </p:sp>
      <p:sp>
        <p:nvSpPr>
          <p:cNvPr id="9" name="Card 2"/>
          <p:cNvSpPr/>
          <p:nvPr/>
        </p:nvSpPr>
        <p:spPr>
          <a:xfrm>
            <a:off x="4402667" y="1841500"/>
            <a:ext cx="3386667" cy="3168650"/>
          </a:xfrm>
          <a:prstGeom prst="roundRect">
            <a:avLst>
              <a:gd name="adj" fmla="val 3174"/>
            </a:avLst>
          </a:prstGeom>
          <a:solidFill>
            <a:schemeClr val="bg1"/>
          </a:solidFill>
          <a:ln w="9525">
            <a:solidFill>
              <a:srgbClr val="E3D9CE"/>
            </a:solidFill>
            <a:prstDash val="solid"/>
          </a:ln>
        </p:spPr>
      </p:sp>
      <p:sp>
        <p:nvSpPr>
          <p:cNvPr id="10" name="Chip Don&amp;apos;t"/>
          <p:cNvSpPr txBox="1"/>
          <p:nvPr/>
        </p:nvSpPr>
        <p:spPr>
          <a:xfrm>
            <a:off x="4631267" y="2070100"/>
            <a:ext cx="838200" cy="304800"/>
          </a:xfrm>
          <a:prstGeom prst="roundRect">
            <a:avLst>
              <a:gd name="adj" fmla="val 51000"/>
            </a:avLst>
          </a:prstGeom>
          <a:solidFill>
            <a:schemeClr val="accent4"/>
          </a:solidFill>
          <a:ln/>
        </p:spPr>
        <p:txBody>
          <a:bodyPr wrap="square" lIns="0" tIns="0" rIns="0" bIns="0" rtlCol="0" anchor="ctr"/>
          <a:lstStyle/>
          <a:p>
            <a:pPr algn="ctr" indent="0" marL="0">
              <a:buNone/>
            </a:pPr>
            <a:r>
              <a:rPr lang="en-US" sz="1400" b="1" dirty="0">
                <a:solidFill>
                  <a:schemeClr val="bg1"/>
                </a:solidFill>
              </a:rPr>
              <a:t>Don't</a:t>
            </a:r>
            <a:endParaRPr lang="en-US" sz="1400" dirty="0"/>
          </a:p>
        </p:txBody>
      </p:sp>
      <p:sp>
        <p:nvSpPr>
          <p:cNvPr id="11" name="Bubble example 2"/>
          <p:cNvSpPr/>
          <p:nvPr/>
        </p:nvSpPr>
        <p:spPr>
          <a:xfrm>
            <a:off x="5397500" y="2654300"/>
            <a:ext cx="1397000" cy="838200"/>
          </a:xfrm>
          <a:prstGeom prst="ellipse">
            <a:avLst/>
          </a:prstGeom>
          <a:ln w="38100">
            <a:solidFill>
              <a:schemeClr val="accent1"/>
            </a:solidFill>
            <a:prstDash val="solid"/>
          </a:ln>
        </p:spPr>
      </p:sp>
      <p:sp>
        <p:nvSpPr>
          <p:cNvPr id="12" name="Dot mark"/>
          <p:cNvSpPr/>
          <p:nvPr/>
        </p:nvSpPr>
        <p:spPr>
          <a:xfrm>
            <a:off x="5842000" y="2908300"/>
            <a:ext cx="508000" cy="330200"/>
          </a:xfrm>
          <a:prstGeom prst="ellipse">
            <a:avLst/>
          </a:prstGeom>
          <a:solidFill>
            <a:srgbClr val="3A3A3A"/>
          </a:solidFill>
          <a:ln/>
        </p:spPr>
      </p:sp>
      <p:sp>
        <p:nvSpPr>
          <p:cNvPr id="13" name="Card title 2"/>
          <p:cNvSpPr txBox="1"/>
          <p:nvPr/>
        </p:nvSpPr>
        <p:spPr>
          <a:xfrm>
            <a:off x="4631267" y="3771900"/>
            <a:ext cx="2929467" cy="355600"/>
          </a:xfrm>
          <a:prstGeom prst="rect">
            <a:avLst/>
          </a:prstGeom>
          <a:noFill/>
          <a:ln/>
        </p:spPr>
        <p:txBody>
          <a:bodyPr wrap="square" lIns="0" tIns="0" rIns="0" bIns="0" rtlCol="0" anchor="ctr"/>
          <a:lstStyle/>
          <a:p>
            <a:pPr indent="0" marL="0">
              <a:buNone/>
            </a:pPr>
            <a:r>
              <a:rPr lang="en-US" sz="2000" b="1" dirty="0">
                <a:solidFill>
                  <a:schemeClr val="tx1"/>
                </a:solidFill>
              </a:rPr>
              <a:t>Only a dot</a:t>
            </a:r>
            <a:endParaRPr lang="en-US" sz="2000" dirty="0"/>
          </a:p>
        </p:txBody>
      </p:sp>
      <p:sp>
        <p:nvSpPr>
          <p:cNvPr id="14" name="Card text 2"/>
          <p:cNvSpPr txBox="1"/>
          <p:nvPr/>
        </p:nvSpPr>
        <p:spPr>
          <a:xfrm>
            <a:off x="4631267" y="4203700"/>
            <a:ext cx="2929467" cy="571500"/>
          </a:xfrm>
          <a:prstGeom prst="rect">
            <a:avLst/>
          </a:prstGeom>
          <a:noFill/>
          <a:ln/>
        </p:spPr>
        <p:txBody>
          <a:bodyPr wrap="square" lIns="0" tIns="0" rIns="0" bIns="0" rtlCol="0" anchor="t"/>
          <a:lstStyle/>
          <a:p>
            <a:pPr indent="0" marL="0">
              <a:buNone/>
            </a:pPr>
            <a:r>
              <a:rPr lang="en-US" sz="1500" dirty="0">
                <a:solidFill>
                  <a:schemeClr val="accent5"/>
                </a:solidFill>
              </a:rPr>
              <a:t>Fill in the whole bubble, not just part of it.</a:t>
            </a:r>
            <a:endParaRPr lang="en-US" sz="1500" dirty="0"/>
          </a:p>
        </p:txBody>
      </p:sp>
      <p:sp>
        <p:nvSpPr>
          <p:cNvPr id="15" name="Card 3"/>
          <p:cNvSpPr/>
          <p:nvPr/>
        </p:nvSpPr>
        <p:spPr>
          <a:xfrm>
            <a:off x="7992533" y="1841500"/>
            <a:ext cx="3386667" cy="3168650"/>
          </a:xfrm>
          <a:prstGeom prst="roundRect">
            <a:avLst>
              <a:gd name="adj" fmla="val 3174"/>
            </a:avLst>
          </a:prstGeom>
          <a:solidFill>
            <a:schemeClr val="bg1"/>
          </a:solidFill>
          <a:ln w="9525">
            <a:solidFill>
              <a:srgbClr val="E3D9CE"/>
            </a:solidFill>
            <a:prstDash val="solid"/>
          </a:ln>
        </p:spPr>
      </p:sp>
      <p:sp>
        <p:nvSpPr>
          <p:cNvPr id="16" name="Chip Do"/>
          <p:cNvSpPr txBox="1"/>
          <p:nvPr/>
        </p:nvSpPr>
        <p:spPr>
          <a:xfrm>
            <a:off x="8221133" y="2070100"/>
            <a:ext cx="584200" cy="304800"/>
          </a:xfrm>
          <a:prstGeom prst="roundRect">
            <a:avLst>
              <a:gd name="adj" fmla="val 51000"/>
            </a:avLst>
          </a:prstGeom>
          <a:solidFill>
            <a:schemeClr val="accent3"/>
          </a:solidFill>
          <a:ln/>
        </p:spPr>
        <p:txBody>
          <a:bodyPr wrap="square" lIns="0" tIns="0" rIns="0" bIns="0" rtlCol="0" anchor="ctr"/>
          <a:lstStyle/>
          <a:p>
            <a:pPr algn="ctr" indent="0" marL="0">
              <a:buNone/>
            </a:pPr>
            <a:r>
              <a:rPr lang="en-US" sz="1400" b="1" dirty="0">
                <a:solidFill>
                  <a:schemeClr val="bg1"/>
                </a:solidFill>
              </a:rPr>
              <a:t>Do</a:t>
            </a:r>
            <a:endParaRPr lang="en-US" sz="1400" dirty="0"/>
          </a:p>
        </p:txBody>
      </p:sp>
      <p:sp>
        <p:nvSpPr>
          <p:cNvPr id="17" name="Bubble example 3"/>
          <p:cNvSpPr/>
          <p:nvPr/>
        </p:nvSpPr>
        <p:spPr>
          <a:xfrm>
            <a:off x="8987367" y="2654300"/>
            <a:ext cx="1397000" cy="838200"/>
          </a:xfrm>
          <a:prstGeom prst="ellipse">
            <a:avLst/>
          </a:prstGeom>
          <a:solidFill>
            <a:srgbClr val="3A3A3A"/>
          </a:solidFill>
          <a:ln w="38100">
            <a:solidFill>
              <a:schemeClr val="accent1"/>
            </a:solidFill>
            <a:prstDash val="solid"/>
          </a:ln>
        </p:spPr>
      </p:sp>
      <p:sp>
        <p:nvSpPr>
          <p:cNvPr id="18" name="Card title 3"/>
          <p:cNvSpPr txBox="1"/>
          <p:nvPr/>
        </p:nvSpPr>
        <p:spPr>
          <a:xfrm>
            <a:off x="8221133" y="3771900"/>
            <a:ext cx="2929467" cy="355600"/>
          </a:xfrm>
          <a:prstGeom prst="rect">
            <a:avLst/>
          </a:prstGeom>
          <a:noFill/>
          <a:ln/>
        </p:spPr>
        <p:txBody>
          <a:bodyPr wrap="square" lIns="0" tIns="0" rIns="0" bIns="0" rtlCol="0" anchor="ctr"/>
          <a:lstStyle/>
          <a:p>
            <a:pPr indent="0" marL="0">
              <a:buNone/>
            </a:pPr>
            <a:r>
              <a:rPr lang="en-US" sz="2000" b="1" dirty="0">
                <a:solidFill>
                  <a:schemeClr val="tx1"/>
                </a:solidFill>
              </a:rPr>
              <a:t>Dark and full</a:t>
            </a:r>
            <a:endParaRPr lang="en-US" sz="2000" dirty="0"/>
          </a:p>
        </p:txBody>
      </p:sp>
      <p:sp>
        <p:nvSpPr>
          <p:cNvPr id="19" name="Card text 3"/>
          <p:cNvSpPr txBox="1"/>
          <p:nvPr/>
        </p:nvSpPr>
        <p:spPr>
          <a:xfrm>
            <a:off x="8221133" y="4203700"/>
            <a:ext cx="2929467" cy="571500"/>
          </a:xfrm>
          <a:prstGeom prst="rect">
            <a:avLst/>
          </a:prstGeom>
          <a:noFill/>
          <a:ln/>
        </p:spPr>
        <p:txBody>
          <a:bodyPr wrap="square" lIns="0" tIns="0" rIns="0" bIns="0" rtlCol="0" anchor="t"/>
          <a:lstStyle/>
          <a:p>
            <a:pPr indent="0" marL="0">
              <a:buNone/>
            </a:pPr>
            <a:r>
              <a:rPr lang="en-US" sz="1500" dirty="0">
                <a:solidFill>
                  <a:schemeClr val="accent5"/>
                </a:solidFill>
              </a:rPr>
              <a:t>Fill the whole bubble with a firm, dark mark.</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812800" y="812800"/>
            <a:ext cx="7620000" cy="279400"/>
          </a:xfrm>
          <a:prstGeom prst="rect">
            <a:avLst/>
          </a:prstGeom>
          <a:noFill/>
          <a:ln/>
        </p:spPr>
        <p:txBody>
          <a:bodyPr wrap="square" lIns="0" tIns="0" rIns="0" bIns="0" rtlCol="0" anchor="ctr"/>
          <a:lstStyle/>
          <a:p>
            <a:pPr indent="0" marL="0">
              <a:buNone/>
            </a:pPr>
            <a:r>
              <a:rPr lang="en-US" sz="1400" b="1" spc="400" kern="0" dirty="0">
                <a:solidFill>
                  <a:schemeClr val="accent1"/>
                </a:solidFill>
              </a:rPr>
              <a:t>YOUR ANSWERS</a:t>
            </a:r>
            <a:endParaRPr lang="en-US" sz="1400" dirty="0"/>
          </a:p>
        </p:txBody>
      </p:sp>
      <p:sp>
        <p:nvSpPr>
          <p:cNvPr id="3" name="Text 0"/>
          <p:cNvSpPr/>
          <p:nvPr>
            <p:ph idx="100" type="title" hasCustomPrompt="1"/>
          </p:nvPr>
        </p:nvSpPr>
        <p:spPr>
          <a:xfrm>
            <a:off x="812800" y="1117600"/>
            <a:ext cx="10566400" cy="533400"/>
          </a:xfrm>
          <a:prstGeom prst="rect">
            <a:avLst/>
          </a:prstGeom>
          <a:noFill/>
          <a:ln/>
        </p:spPr>
        <p:txBody>
          <a:bodyPr wrap="square" lIns="0" tIns="0" rIns="0" bIns="0" rtlCol="0" anchor="t"/>
          <a:lstStyle/>
          <a:p>
            <a:pPr algn="l" indent="0" marL="0">
              <a:buNone/>
            </a:pPr>
            <a:r>
              <a:rPr lang="en-US" sz="3600" b="1" dirty="0">
                <a:solidFill>
                  <a:schemeClr val="tx1"/>
                </a:solidFill>
              </a:rPr>
              <a:t>Made a mistake? Erase it</a:t>
            </a:r>
            <a:endParaRPr lang="en-US" sz="3600" dirty="0"/>
          </a:p>
        </p:txBody>
      </p:sp>
      <p:sp>
        <p:nvSpPr>
          <p:cNvPr id="4" name="Card 1"/>
          <p:cNvSpPr/>
          <p:nvPr/>
        </p:nvSpPr>
        <p:spPr>
          <a:xfrm>
            <a:off x="812800" y="1841500"/>
            <a:ext cx="5181600" cy="3073400"/>
          </a:xfrm>
          <a:prstGeom prst="roundRect">
            <a:avLst>
              <a:gd name="adj" fmla="val 3273"/>
            </a:avLst>
          </a:prstGeom>
          <a:solidFill>
            <a:schemeClr val="bg1"/>
          </a:solidFill>
          <a:ln w="9525">
            <a:solidFill>
              <a:srgbClr val="E3D9CE"/>
            </a:solidFill>
            <a:prstDash val="solid"/>
          </a:ln>
        </p:spPr>
      </p:sp>
      <p:sp>
        <p:nvSpPr>
          <p:cNvPr id="5" name="Chip Don&amp;apos;t"/>
          <p:cNvSpPr txBox="1"/>
          <p:nvPr/>
        </p:nvSpPr>
        <p:spPr>
          <a:xfrm>
            <a:off x="1066800" y="2095500"/>
            <a:ext cx="838200" cy="304800"/>
          </a:xfrm>
          <a:prstGeom prst="roundRect">
            <a:avLst>
              <a:gd name="adj" fmla="val 51000"/>
            </a:avLst>
          </a:prstGeom>
          <a:solidFill>
            <a:schemeClr val="accent4"/>
          </a:solidFill>
          <a:ln/>
        </p:spPr>
        <p:txBody>
          <a:bodyPr wrap="square" lIns="0" tIns="0" rIns="0" bIns="0" rtlCol="0" anchor="ctr"/>
          <a:lstStyle/>
          <a:p>
            <a:pPr algn="ctr" indent="0" marL="0">
              <a:buNone/>
            </a:pPr>
            <a:r>
              <a:rPr lang="en-US" sz="1400" b="1" dirty="0">
                <a:solidFill>
                  <a:schemeClr val="bg1"/>
                </a:solidFill>
              </a:rPr>
              <a:t>Don't</a:t>
            </a:r>
            <a:endParaRPr lang="en-US" sz="1400" dirty="0"/>
          </a:p>
        </p:txBody>
      </p:sp>
      <p:sp>
        <p:nvSpPr>
          <p:cNvPr id="6" name="Card title 1"/>
          <p:cNvSpPr txBox="1"/>
          <p:nvPr/>
        </p:nvSpPr>
        <p:spPr>
          <a:xfrm>
            <a:off x="1066800" y="2527300"/>
            <a:ext cx="4673600" cy="304800"/>
          </a:xfrm>
          <a:prstGeom prst="rect">
            <a:avLst/>
          </a:prstGeom>
          <a:noFill/>
          <a:ln/>
        </p:spPr>
        <p:txBody>
          <a:bodyPr wrap="square" lIns="0" tIns="0" rIns="0" bIns="0" rtlCol="0" anchor="ctr"/>
          <a:lstStyle/>
          <a:p>
            <a:pPr indent="0" marL="0">
              <a:buNone/>
            </a:pPr>
            <a:r>
              <a:rPr lang="en-US" sz="2000" b="1" dirty="0">
                <a:solidFill>
                  <a:schemeClr val="tx1"/>
                </a:solidFill>
              </a:rPr>
              <a:t>Cross it out</a:t>
            </a:r>
            <a:endParaRPr lang="en-US" sz="2000" dirty="0"/>
          </a:p>
        </p:txBody>
      </p:sp>
      <p:sp>
        <p:nvSpPr>
          <p:cNvPr id="7" name="Bubble A"/>
          <p:cNvSpPr/>
          <p:nvPr/>
        </p:nvSpPr>
        <p:spPr>
          <a:xfrm>
            <a:off x="1168400" y="3086100"/>
            <a:ext cx="558800" cy="381000"/>
          </a:xfrm>
          <a:prstGeom prst="ellipse">
            <a:avLst/>
          </a:prstGeom>
          <a:ln w="31750">
            <a:solidFill>
              <a:schemeClr val="accent1"/>
            </a:solidFill>
            <a:prstDash val="solid"/>
          </a:ln>
        </p:spPr>
      </p:sp>
      <p:sp>
        <p:nvSpPr>
          <p:cNvPr id="8" name="Bubble B"/>
          <p:cNvSpPr/>
          <p:nvPr/>
        </p:nvSpPr>
        <p:spPr>
          <a:xfrm>
            <a:off x="1930400" y="3086100"/>
            <a:ext cx="558800" cy="381000"/>
          </a:xfrm>
          <a:prstGeom prst="ellipse">
            <a:avLst/>
          </a:prstGeom>
          <a:ln w="31750">
            <a:solidFill>
              <a:schemeClr val="accent1"/>
            </a:solidFill>
            <a:prstDash val="solid"/>
          </a:ln>
        </p:spPr>
      </p:sp>
      <p:sp>
        <p:nvSpPr>
          <p:cNvPr id="9" name="Bubble C"/>
          <p:cNvSpPr/>
          <p:nvPr/>
        </p:nvSpPr>
        <p:spPr>
          <a:xfrm>
            <a:off x="2692400" y="3086100"/>
            <a:ext cx="558800" cy="381000"/>
          </a:xfrm>
          <a:prstGeom prst="ellipse">
            <a:avLst/>
          </a:prstGeom>
          <a:solidFill>
            <a:srgbClr val="3A3A3A"/>
          </a:solidFill>
          <a:ln w="31750">
            <a:solidFill>
              <a:schemeClr val="accent1"/>
            </a:solidFill>
            <a:prstDash val="solid"/>
          </a:ln>
        </p:spPr>
      </p:sp>
      <p:sp>
        <p:nvSpPr>
          <p:cNvPr id="10" name="Bubble D"/>
          <p:cNvSpPr/>
          <p:nvPr/>
        </p:nvSpPr>
        <p:spPr>
          <a:xfrm>
            <a:off x="3454400" y="3086100"/>
            <a:ext cx="558800" cy="381000"/>
          </a:xfrm>
          <a:prstGeom prst="ellipse">
            <a:avLst/>
          </a:prstGeom>
          <a:ln w="31750">
            <a:solidFill>
              <a:schemeClr val="accent1"/>
            </a:solidFill>
            <a:prstDash val="solid"/>
          </a:ln>
        </p:spPr>
      </p:sp>
      <p:sp>
        <p:nvSpPr>
          <p:cNvPr id="11" name="Bubble E"/>
          <p:cNvSpPr/>
          <p:nvPr/>
        </p:nvSpPr>
        <p:spPr>
          <a:xfrm>
            <a:off x="4216400" y="3086100"/>
            <a:ext cx="558800" cy="381000"/>
          </a:xfrm>
          <a:prstGeom prst="ellipse">
            <a:avLst/>
          </a:prstGeom>
          <a:ln w="31750">
            <a:solidFill>
              <a:schemeClr val="accent1"/>
            </a:solidFill>
            <a:prstDash val="solid"/>
          </a:ln>
        </p:spPr>
      </p:sp>
      <p:sp>
        <p:nvSpPr>
          <p:cNvPr id="12" name="Cross-out stroke 1"/>
          <p:cNvSpPr/>
          <p:nvPr/>
        </p:nvSpPr>
        <p:spPr>
          <a:xfrm>
            <a:off x="1206500" y="3048000"/>
            <a:ext cx="482600" cy="457200"/>
          </a:xfrm>
          <a:prstGeom prst="line">
            <a:avLst/>
          </a:prstGeom>
          <a:noFill/>
          <a:ln w="44450">
            <a:solidFill>
              <a:srgbClr val="3A3A3A"/>
            </a:solidFill>
            <a:prstDash val="solid"/>
          </a:ln>
        </p:spPr>
      </p:sp>
      <p:sp>
        <p:nvSpPr>
          <p:cNvPr id="13" name="Cross-out stroke 2"/>
          <p:cNvSpPr/>
          <p:nvPr/>
        </p:nvSpPr>
        <p:spPr>
          <a:xfrm flipV="1">
            <a:off x="1206500" y="3048000"/>
            <a:ext cx="482600" cy="457200"/>
          </a:xfrm>
          <a:prstGeom prst="line">
            <a:avLst/>
          </a:prstGeom>
          <a:noFill/>
          <a:ln w="44450">
            <a:solidFill>
              <a:srgbClr val="3A3A3A"/>
            </a:solidFill>
            <a:prstDash val="solid"/>
          </a:ln>
        </p:spPr>
      </p:sp>
      <p:sp>
        <p:nvSpPr>
          <p:cNvPr id="14" name="Letter A"/>
          <p:cNvSpPr txBox="1"/>
          <p:nvPr/>
        </p:nvSpPr>
        <p:spPr>
          <a:xfrm>
            <a:off x="1066800" y="3721100"/>
            <a:ext cx="762000" cy="279400"/>
          </a:xfrm>
          <a:prstGeom prst="rect">
            <a:avLst/>
          </a:prstGeom>
          <a:noFill/>
          <a:ln/>
        </p:spPr>
        <p:txBody>
          <a:bodyPr wrap="square" lIns="0" tIns="0" rIns="0" bIns="0" rtlCol="0" anchor="ctr"/>
          <a:lstStyle/>
          <a:p>
            <a:pPr algn="ctr" indent="0" marL="0">
              <a:buNone/>
            </a:pPr>
            <a:r>
              <a:rPr lang="en-US" sz="1500" b="1" dirty="0">
                <a:solidFill>
                  <a:schemeClr val="accent5"/>
                </a:solidFill>
              </a:rPr>
              <a:t>A</a:t>
            </a:r>
            <a:endParaRPr lang="en-US" sz="1500" dirty="0"/>
          </a:p>
        </p:txBody>
      </p:sp>
      <p:sp>
        <p:nvSpPr>
          <p:cNvPr id="15" name="Letter B"/>
          <p:cNvSpPr txBox="1"/>
          <p:nvPr/>
        </p:nvSpPr>
        <p:spPr>
          <a:xfrm>
            <a:off x="1828800" y="3721100"/>
            <a:ext cx="762000" cy="279400"/>
          </a:xfrm>
          <a:prstGeom prst="rect">
            <a:avLst/>
          </a:prstGeom>
          <a:noFill/>
          <a:ln/>
        </p:spPr>
        <p:txBody>
          <a:bodyPr wrap="square" lIns="0" tIns="0" rIns="0" bIns="0" rtlCol="0" anchor="ctr"/>
          <a:lstStyle/>
          <a:p>
            <a:pPr algn="ctr" indent="0" marL="0">
              <a:buNone/>
            </a:pPr>
            <a:r>
              <a:rPr lang="en-US" sz="1500" b="1" dirty="0">
                <a:solidFill>
                  <a:schemeClr val="accent5"/>
                </a:solidFill>
              </a:rPr>
              <a:t>B</a:t>
            </a:r>
            <a:endParaRPr lang="en-US" sz="1500" dirty="0"/>
          </a:p>
        </p:txBody>
      </p:sp>
      <p:sp>
        <p:nvSpPr>
          <p:cNvPr id="16" name="Letter C"/>
          <p:cNvSpPr txBox="1"/>
          <p:nvPr/>
        </p:nvSpPr>
        <p:spPr>
          <a:xfrm>
            <a:off x="2590800" y="3721100"/>
            <a:ext cx="762000" cy="279400"/>
          </a:xfrm>
          <a:prstGeom prst="rect">
            <a:avLst/>
          </a:prstGeom>
          <a:noFill/>
          <a:ln/>
        </p:spPr>
        <p:txBody>
          <a:bodyPr wrap="square" lIns="0" tIns="0" rIns="0" bIns="0" rtlCol="0" anchor="ctr"/>
          <a:lstStyle/>
          <a:p>
            <a:pPr algn="ctr" indent="0" marL="0">
              <a:buNone/>
            </a:pPr>
            <a:r>
              <a:rPr lang="en-US" sz="1500" b="1" dirty="0">
                <a:solidFill>
                  <a:schemeClr val="accent5"/>
                </a:solidFill>
              </a:rPr>
              <a:t>C</a:t>
            </a:r>
            <a:endParaRPr lang="en-US" sz="1500" dirty="0"/>
          </a:p>
        </p:txBody>
      </p:sp>
      <p:sp>
        <p:nvSpPr>
          <p:cNvPr id="17" name="Letter D"/>
          <p:cNvSpPr txBox="1"/>
          <p:nvPr/>
        </p:nvSpPr>
        <p:spPr>
          <a:xfrm>
            <a:off x="3352800" y="3721100"/>
            <a:ext cx="762000" cy="279400"/>
          </a:xfrm>
          <a:prstGeom prst="rect">
            <a:avLst/>
          </a:prstGeom>
          <a:noFill/>
          <a:ln/>
        </p:spPr>
        <p:txBody>
          <a:bodyPr wrap="square" lIns="0" tIns="0" rIns="0" bIns="0" rtlCol="0" anchor="ctr"/>
          <a:lstStyle/>
          <a:p>
            <a:pPr algn="ctr" indent="0" marL="0">
              <a:buNone/>
            </a:pPr>
            <a:r>
              <a:rPr lang="en-US" sz="1500" b="1" dirty="0">
                <a:solidFill>
                  <a:schemeClr val="accent5"/>
                </a:solidFill>
              </a:rPr>
              <a:t>D</a:t>
            </a:r>
            <a:endParaRPr lang="en-US" sz="1500" dirty="0"/>
          </a:p>
        </p:txBody>
      </p:sp>
      <p:sp>
        <p:nvSpPr>
          <p:cNvPr id="18" name="Letter E"/>
          <p:cNvSpPr txBox="1"/>
          <p:nvPr/>
        </p:nvSpPr>
        <p:spPr>
          <a:xfrm>
            <a:off x="4114800" y="3721100"/>
            <a:ext cx="762000" cy="279400"/>
          </a:xfrm>
          <a:prstGeom prst="rect">
            <a:avLst/>
          </a:prstGeom>
          <a:noFill/>
          <a:ln/>
        </p:spPr>
        <p:txBody>
          <a:bodyPr wrap="square" lIns="0" tIns="0" rIns="0" bIns="0" rtlCol="0" anchor="ctr"/>
          <a:lstStyle/>
          <a:p>
            <a:pPr algn="ctr" indent="0" marL="0">
              <a:buNone/>
            </a:pPr>
            <a:r>
              <a:rPr lang="en-US" sz="1500" b="1" dirty="0">
                <a:solidFill>
                  <a:schemeClr val="accent5"/>
                </a:solidFill>
              </a:rPr>
              <a:t>E</a:t>
            </a:r>
            <a:endParaRPr lang="en-US" sz="1500" dirty="0"/>
          </a:p>
        </p:txBody>
      </p:sp>
      <p:sp>
        <p:nvSpPr>
          <p:cNvPr id="19" name="Card text 1"/>
          <p:cNvSpPr txBox="1"/>
          <p:nvPr/>
        </p:nvSpPr>
        <p:spPr>
          <a:xfrm>
            <a:off x="1066800" y="4127500"/>
            <a:ext cx="4673600" cy="533400"/>
          </a:xfrm>
          <a:prstGeom prst="rect">
            <a:avLst/>
          </a:prstGeom>
          <a:noFill/>
          <a:ln/>
        </p:spPr>
        <p:txBody>
          <a:bodyPr wrap="square" lIns="0" tIns="0" rIns="0" bIns="0" rtlCol="0" anchor="t"/>
          <a:lstStyle/>
          <a:p>
            <a:pPr indent="0" marL="0">
              <a:buNone/>
            </a:pPr>
            <a:r>
              <a:rPr lang="en-US" sz="1500" dirty="0">
                <a:solidFill>
                  <a:schemeClr val="accent5"/>
                </a:solidFill>
              </a:rPr>
              <a:t>Crossing out leaves a mark in the old bubble.</a:t>
            </a:r>
            <a:endParaRPr lang="en-US" sz="1500" dirty="0"/>
          </a:p>
        </p:txBody>
      </p:sp>
      <p:sp>
        <p:nvSpPr>
          <p:cNvPr id="20" name="Card 2"/>
          <p:cNvSpPr/>
          <p:nvPr/>
        </p:nvSpPr>
        <p:spPr>
          <a:xfrm>
            <a:off x="6197600" y="1841500"/>
            <a:ext cx="5181600" cy="3073400"/>
          </a:xfrm>
          <a:prstGeom prst="roundRect">
            <a:avLst>
              <a:gd name="adj" fmla="val 3273"/>
            </a:avLst>
          </a:prstGeom>
          <a:solidFill>
            <a:schemeClr val="bg1"/>
          </a:solidFill>
          <a:ln w="9525">
            <a:solidFill>
              <a:srgbClr val="E3D9CE"/>
            </a:solidFill>
            <a:prstDash val="solid"/>
          </a:ln>
        </p:spPr>
      </p:sp>
      <p:sp>
        <p:nvSpPr>
          <p:cNvPr id="21" name="Chip Do"/>
          <p:cNvSpPr txBox="1"/>
          <p:nvPr/>
        </p:nvSpPr>
        <p:spPr>
          <a:xfrm>
            <a:off x="6451600" y="2095500"/>
            <a:ext cx="584200" cy="304800"/>
          </a:xfrm>
          <a:prstGeom prst="roundRect">
            <a:avLst>
              <a:gd name="adj" fmla="val 51000"/>
            </a:avLst>
          </a:prstGeom>
          <a:solidFill>
            <a:schemeClr val="accent3"/>
          </a:solidFill>
          <a:ln/>
        </p:spPr>
        <p:txBody>
          <a:bodyPr wrap="square" lIns="0" tIns="0" rIns="0" bIns="0" rtlCol="0" anchor="ctr"/>
          <a:lstStyle/>
          <a:p>
            <a:pPr algn="ctr" indent="0" marL="0">
              <a:buNone/>
            </a:pPr>
            <a:r>
              <a:rPr lang="en-US" sz="1400" b="1" dirty="0">
                <a:solidFill>
                  <a:schemeClr val="bg1"/>
                </a:solidFill>
              </a:rPr>
              <a:t>Do</a:t>
            </a:r>
            <a:endParaRPr lang="en-US" sz="1400" dirty="0"/>
          </a:p>
        </p:txBody>
      </p:sp>
      <p:sp>
        <p:nvSpPr>
          <p:cNvPr id="22" name="Card title 2"/>
          <p:cNvSpPr txBox="1"/>
          <p:nvPr/>
        </p:nvSpPr>
        <p:spPr>
          <a:xfrm>
            <a:off x="6451600" y="2527300"/>
            <a:ext cx="4673600" cy="304800"/>
          </a:xfrm>
          <a:prstGeom prst="rect">
            <a:avLst/>
          </a:prstGeom>
          <a:noFill/>
          <a:ln/>
        </p:spPr>
        <p:txBody>
          <a:bodyPr wrap="square" lIns="0" tIns="0" rIns="0" bIns="0" rtlCol="0" anchor="ctr"/>
          <a:lstStyle/>
          <a:p>
            <a:pPr indent="0" marL="0">
              <a:buNone/>
            </a:pPr>
            <a:r>
              <a:rPr lang="en-US" sz="2000" b="1" dirty="0">
                <a:solidFill>
                  <a:schemeClr val="tx1"/>
                </a:solidFill>
              </a:rPr>
              <a:t>Erase it completely</a:t>
            </a:r>
            <a:endParaRPr lang="en-US" sz="2000" dirty="0"/>
          </a:p>
        </p:txBody>
      </p:sp>
      <p:sp>
        <p:nvSpPr>
          <p:cNvPr id="23" name="Bubble A"/>
          <p:cNvSpPr/>
          <p:nvPr/>
        </p:nvSpPr>
        <p:spPr>
          <a:xfrm>
            <a:off x="6553200" y="3086100"/>
            <a:ext cx="558800" cy="381000"/>
          </a:xfrm>
          <a:prstGeom prst="ellipse">
            <a:avLst/>
          </a:prstGeom>
          <a:ln w="31750">
            <a:solidFill>
              <a:schemeClr val="accent1"/>
            </a:solidFill>
            <a:prstDash val="solid"/>
          </a:ln>
        </p:spPr>
      </p:sp>
      <p:sp>
        <p:nvSpPr>
          <p:cNvPr id="24" name="Bubble B"/>
          <p:cNvSpPr/>
          <p:nvPr/>
        </p:nvSpPr>
        <p:spPr>
          <a:xfrm>
            <a:off x="7315200" y="3086100"/>
            <a:ext cx="558800" cy="381000"/>
          </a:xfrm>
          <a:prstGeom prst="ellipse">
            <a:avLst/>
          </a:prstGeom>
          <a:ln w="31750">
            <a:solidFill>
              <a:schemeClr val="accent1"/>
            </a:solidFill>
            <a:prstDash val="solid"/>
          </a:ln>
        </p:spPr>
      </p:sp>
      <p:sp>
        <p:nvSpPr>
          <p:cNvPr id="25" name="Bubble C"/>
          <p:cNvSpPr/>
          <p:nvPr/>
        </p:nvSpPr>
        <p:spPr>
          <a:xfrm>
            <a:off x="8077200" y="3086100"/>
            <a:ext cx="558800" cy="381000"/>
          </a:xfrm>
          <a:prstGeom prst="ellipse">
            <a:avLst/>
          </a:prstGeom>
          <a:solidFill>
            <a:srgbClr val="3A3A3A"/>
          </a:solidFill>
          <a:ln w="31750">
            <a:solidFill>
              <a:schemeClr val="accent1"/>
            </a:solidFill>
            <a:prstDash val="solid"/>
          </a:ln>
        </p:spPr>
      </p:sp>
      <p:sp>
        <p:nvSpPr>
          <p:cNvPr id="26" name="Bubble D"/>
          <p:cNvSpPr/>
          <p:nvPr/>
        </p:nvSpPr>
        <p:spPr>
          <a:xfrm>
            <a:off x="8839200" y="3086100"/>
            <a:ext cx="558800" cy="381000"/>
          </a:xfrm>
          <a:prstGeom prst="ellipse">
            <a:avLst/>
          </a:prstGeom>
          <a:ln w="31750">
            <a:solidFill>
              <a:schemeClr val="accent1"/>
            </a:solidFill>
            <a:prstDash val="solid"/>
          </a:ln>
        </p:spPr>
      </p:sp>
      <p:sp>
        <p:nvSpPr>
          <p:cNvPr id="27" name="Bubble E"/>
          <p:cNvSpPr/>
          <p:nvPr/>
        </p:nvSpPr>
        <p:spPr>
          <a:xfrm>
            <a:off x="9601200" y="3086100"/>
            <a:ext cx="558800" cy="381000"/>
          </a:xfrm>
          <a:prstGeom prst="ellipse">
            <a:avLst/>
          </a:prstGeom>
          <a:ln w="31750">
            <a:solidFill>
              <a:schemeClr val="accent1"/>
            </a:solidFill>
            <a:prstDash val="solid"/>
          </a:ln>
        </p:spPr>
      </p:sp>
      <p:sp>
        <p:nvSpPr>
          <p:cNvPr id="28" name="Letter A"/>
          <p:cNvSpPr txBox="1"/>
          <p:nvPr/>
        </p:nvSpPr>
        <p:spPr>
          <a:xfrm>
            <a:off x="6451600" y="3721100"/>
            <a:ext cx="762000" cy="279400"/>
          </a:xfrm>
          <a:prstGeom prst="rect">
            <a:avLst/>
          </a:prstGeom>
          <a:noFill/>
          <a:ln/>
        </p:spPr>
        <p:txBody>
          <a:bodyPr wrap="square" lIns="0" tIns="0" rIns="0" bIns="0" rtlCol="0" anchor="ctr"/>
          <a:lstStyle/>
          <a:p>
            <a:pPr algn="ctr" indent="0" marL="0">
              <a:buNone/>
            </a:pPr>
            <a:r>
              <a:rPr lang="en-US" sz="1500" b="1" dirty="0">
                <a:solidFill>
                  <a:schemeClr val="accent5"/>
                </a:solidFill>
              </a:rPr>
              <a:t>A</a:t>
            </a:r>
            <a:endParaRPr lang="en-US" sz="1500" dirty="0"/>
          </a:p>
        </p:txBody>
      </p:sp>
      <p:sp>
        <p:nvSpPr>
          <p:cNvPr id="29" name="Letter B"/>
          <p:cNvSpPr txBox="1"/>
          <p:nvPr/>
        </p:nvSpPr>
        <p:spPr>
          <a:xfrm>
            <a:off x="7213600" y="3721100"/>
            <a:ext cx="762000" cy="279400"/>
          </a:xfrm>
          <a:prstGeom prst="rect">
            <a:avLst/>
          </a:prstGeom>
          <a:noFill/>
          <a:ln/>
        </p:spPr>
        <p:txBody>
          <a:bodyPr wrap="square" lIns="0" tIns="0" rIns="0" bIns="0" rtlCol="0" anchor="ctr"/>
          <a:lstStyle/>
          <a:p>
            <a:pPr algn="ctr" indent="0" marL="0">
              <a:buNone/>
            </a:pPr>
            <a:r>
              <a:rPr lang="en-US" sz="1500" b="1" dirty="0">
                <a:solidFill>
                  <a:schemeClr val="accent5"/>
                </a:solidFill>
              </a:rPr>
              <a:t>B</a:t>
            </a:r>
            <a:endParaRPr lang="en-US" sz="1500" dirty="0"/>
          </a:p>
        </p:txBody>
      </p:sp>
      <p:sp>
        <p:nvSpPr>
          <p:cNvPr id="30" name="Letter C"/>
          <p:cNvSpPr txBox="1"/>
          <p:nvPr/>
        </p:nvSpPr>
        <p:spPr>
          <a:xfrm>
            <a:off x="7975600" y="3721100"/>
            <a:ext cx="762000" cy="279400"/>
          </a:xfrm>
          <a:prstGeom prst="rect">
            <a:avLst/>
          </a:prstGeom>
          <a:noFill/>
          <a:ln/>
        </p:spPr>
        <p:txBody>
          <a:bodyPr wrap="square" lIns="0" tIns="0" rIns="0" bIns="0" rtlCol="0" anchor="ctr"/>
          <a:lstStyle/>
          <a:p>
            <a:pPr algn="ctr" indent="0" marL="0">
              <a:buNone/>
            </a:pPr>
            <a:r>
              <a:rPr lang="en-US" sz="1500" b="1" dirty="0">
                <a:solidFill>
                  <a:schemeClr val="accent5"/>
                </a:solidFill>
              </a:rPr>
              <a:t>C</a:t>
            </a:r>
            <a:endParaRPr lang="en-US" sz="1500" dirty="0"/>
          </a:p>
        </p:txBody>
      </p:sp>
      <p:sp>
        <p:nvSpPr>
          <p:cNvPr id="31" name="Letter D"/>
          <p:cNvSpPr txBox="1"/>
          <p:nvPr/>
        </p:nvSpPr>
        <p:spPr>
          <a:xfrm>
            <a:off x="8737600" y="3721100"/>
            <a:ext cx="762000" cy="279400"/>
          </a:xfrm>
          <a:prstGeom prst="rect">
            <a:avLst/>
          </a:prstGeom>
          <a:noFill/>
          <a:ln/>
        </p:spPr>
        <p:txBody>
          <a:bodyPr wrap="square" lIns="0" tIns="0" rIns="0" bIns="0" rtlCol="0" anchor="ctr"/>
          <a:lstStyle/>
          <a:p>
            <a:pPr algn="ctr" indent="0" marL="0">
              <a:buNone/>
            </a:pPr>
            <a:r>
              <a:rPr lang="en-US" sz="1500" b="1" dirty="0">
                <a:solidFill>
                  <a:schemeClr val="accent5"/>
                </a:solidFill>
              </a:rPr>
              <a:t>D</a:t>
            </a:r>
            <a:endParaRPr lang="en-US" sz="1500" dirty="0"/>
          </a:p>
        </p:txBody>
      </p:sp>
      <p:sp>
        <p:nvSpPr>
          <p:cNvPr id="32" name="Letter E"/>
          <p:cNvSpPr txBox="1"/>
          <p:nvPr/>
        </p:nvSpPr>
        <p:spPr>
          <a:xfrm>
            <a:off x="9499600" y="3721100"/>
            <a:ext cx="762000" cy="279400"/>
          </a:xfrm>
          <a:prstGeom prst="rect">
            <a:avLst/>
          </a:prstGeom>
          <a:noFill/>
          <a:ln/>
        </p:spPr>
        <p:txBody>
          <a:bodyPr wrap="square" lIns="0" tIns="0" rIns="0" bIns="0" rtlCol="0" anchor="ctr"/>
          <a:lstStyle/>
          <a:p>
            <a:pPr algn="ctr" indent="0" marL="0">
              <a:buNone/>
            </a:pPr>
            <a:r>
              <a:rPr lang="en-US" sz="1500" b="1" dirty="0">
                <a:solidFill>
                  <a:schemeClr val="accent5"/>
                </a:solidFill>
              </a:rPr>
              <a:t>E</a:t>
            </a:r>
            <a:endParaRPr lang="en-US" sz="1500" dirty="0"/>
          </a:p>
        </p:txBody>
      </p:sp>
      <p:sp>
        <p:nvSpPr>
          <p:cNvPr id="33" name="Card text 2"/>
          <p:cNvSpPr txBox="1"/>
          <p:nvPr/>
        </p:nvSpPr>
        <p:spPr>
          <a:xfrm>
            <a:off x="6451600" y="4127500"/>
            <a:ext cx="4673600" cy="533400"/>
          </a:xfrm>
          <a:prstGeom prst="rect">
            <a:avLst/>
          </a:prstGeom>
          <a:noFill/>
          <a:ln/>
        </p:spPr>
        <p:txBody>
          <a:bodyPr wrap="square" lIns="0" tIns="0" rIns="0" bIns="0" rtlCol="0" anchor="t"/>
          <a:lstStyle/>
          <a:p>
            <a:pPr indent="0" marL="0">
              <a:buNone/>
            </a:pPr>
            <a:r>
              <a:rPr lang="en-US" sz="1500" dirty="0">
                <a:solidFill>
                  <a:schemeClr val="accent5"/>
                </a:solidFill>
              </a:rPr>
              <a:t>Erase the old mark fully, then fill in your new answer.</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812800" y="812800"/>
            <a:ext cx="7620000" cy="279400"/>
          </a:xfrm>
          <a:prstGeom prst="rect">
            <a:avLst/>
          </a:prstGeom>
          <a:noFill/>
          <a:ln/>
        </p:spPr>
        <p:txBody>
          <a:bodyPr wrap="square" lIns="0" tIns="0" rIns="0" bIns="0" rtlCol="0" anchor="ctr"/>
          <a:lstStyle/>
          <a:p>
            <a:pPr indent="0" marL="0">
              <a:buNone/>
            </a:pPr>
            <a:r>
              <a:rPr lang="en-US" sz="1400" b="1" spc="400" kern="0" dirty="0">
                <a:solidFill>
                  <a:schemeClr val="accent1"/>
                </a:solidFill>
              </a:rPr>
              <a:t>YOUR ANSWERS</a:t>
            </a:r>
            <a:endParaRPr lang="en-US" sz="1400" dirty="0"/>
          </a:p>
        </p:txBody>
      </p:sp>
      <p:sp>
        <p:nvSpPr>
          <p:cNvPr id="3" name="Text 0"/>
          <p:cNvSpPr/>
          <p:nvPr>
            <p:ph idx="100" type="title" hasCustomPrompt="1"/>
          </p:nvPr>
        </p:nvSpPr>
        <p:spPr>
          <a:xfrm>
            <a:off x="812800" y="1117600"/>
            <a:ext cx="10566400" cy="533400"/>
          </a:xfrm>
          <a:prstGeom prst="rect">
            <a:avLst/>
          </a:prstGeom>
          <a:noFill/>
          <a:ln/>
        </p:spPr>
        <p:txBody>
          <a:bodyPr wrap="square" lIns="0" tIns="0" rIns="0" bIns="0" rtlCol="0" anchor="t"/>
          <a:lstStyle/>
          <a:p>
            <a:pPr algn="l" indent="0" marL="0">
              <a:buNone/>
            </a:pPr>
            <a:r>
              <a:rPr lang="en-US" sz="3600" b="1" dirty="0">
                <a:solidFill>
                  <a:schemeClr val="tx1"/>
                </a:solidFill>
              </a:rPr>
              <a:t>Only one answer per question</a:t>
            </a:r>
            <a:endParaRPr lang="en-US" sz="3600" dirty="0"/>
          </a:p>
        </p:txBody>
      </p:sp>
      <p:sp>
        <p:nvSpPr>
          <p:cNvPr id="4" name="Card 1"/>
          <p:cNvSpPr/>
          <p:nvPr/>
        </p:nvSpPr>
        <p:spPr>
          <a:xfrm>
            <a:off x="812800" y="1841500"/>
            <a:ext cx="5181600" cy="3073400"/>
          </a:xfrm>
          <a:prstGeom prst="roundRect">
            <a:avLst>
              <a:gd name="adj" fmla="val 3273"/>
            </a:avLst>
          </a:prstGeom>
          <a:solidFill>
            <a:schemeClr val="bg1"/>
          </a:solidFill>
          <a:ln w="9525">
            <a:solidFill>
              <a:srgbClr val="E3D9CE"/>
            </a:solidFill>
            <a:prstDash val="solid"/>
          </a:ln>
        </p:spPr>
      </p:sp>
      <p:sp>
        <p:nvSpPr>
          <p:cNvPr id="5" name="Chip Don&amp;apos;t"/>
          <p:cNvSpPr txBox="1"/>
          <p:nvPr/>
        </p:nvSpPr>
        <p:spPr>
          <a:xfrm>
            <a:off x="1066800" y="2095500"/>
            <a:ext cx="838200" cy="304800"/>
          </a:xfrm>
          <a:prstGeom prst="roundRect">
            <a:avLst>
              <a:gd name="adj" fmla="val 51000"/>
            </a:avLst>
          </a:prstGeom>
          <a:solidFill>
            <a:schemeClr val="accent4"/>
          </a:solidFill>
          <a:ln/>
        </p:spPr>
        <p:txBody>
          <a:bodyPr wrap="square" lIns="0" tIns="0" rIns="0" bIns="0" rtlCol="0" anchor="ctr"/>
          <a:lstStyle/>
          <a:p>
            <a:pPr algn="ctr" indent="0" marL="0">
              <a:buNone/>
            </a:pPr>
            <a:r>
              <a:rPr lang="en-US" sz="1400" b="1" dirty="0">
                <a:solidFill>
                  <a:schemeClr val="bg1"/>
                </a:solidFill>
              </a:rPr>
              <a:t>Don't</a:t>
            </a:r>
            <a:endParaRPr lang="en-US" sz="1400" dirty="0"/>
          </a:p>
        </p:txBody>
      </p:sp>
      <p:sp>
        <p:nvSpPr>
          <p:cNvPr id="6" name="Card title 1"/>
          <p:cNvSpPr txBox="1"/>
          <p:nvPr/>
        </p:nvSpPr>
        <p:spPr>
          <a:xfrm>
            <a:off x="1066800" y="2527300"/>
            <a:ext cx="4673600" cy="304800"/>
          </a:xfrm>
          <a:prstGeom prst="rect">
            <a:avLst/>
          </a:prstGeom>
          <a:noFill/>
          <a:ln/>
        </p:spPr>
        <p:txBody>
          <a:bodyPr wrap="square" lIns="0" tIns="0" rIns="0" bIns="0" rtlCol="0" anchor="ctr"/>
          <a:lstStyle/>
          <a:p>
            <a:pPr indent="0" marL="0">
              <a:buNone/>
            </a:pPr>
            <a:r>
              <a:rPr lang="en-US" sz="2000" b="1" dirty="0">
                <a:solidFill>
                  <a:schemeClr val="tx1"/>
                </a:solidFill>
              </a:rPr>
              <a:t>Two bubbles filled</a:t>
            </a:r>
            <a:endParaRPr lang="en-US" sz="2000" dirty="0"/>
          </a:p>
        </p:txBody>
      </p:sp>
      <p:sp>
        <p:nvSpPr>
          <p:cNvPr id="7" name="Bubble A"/>
          <p:cNvSpPr/>
          <p:nvPr/>
        </p:nvSpPr>
        <p:spPr>
          <a:xfrm>
            <a:off x="1168400" y="3086100"/>
            <a:ext cx="558800" cy="381000"/>
          </a:xfrm>
          <a:prstGeom prst="ellipse">
            <a:avLst/>
          </a:prstGeom>
          <a:ln w="31750">
            <a:solidFill>
              <a:schemeClr val="accent1"/>
            </a:solidFill>
            <a:prstDash val="solid"/>
          </a:ln>
        </p:spPr>
      </p:sp>
      <p:sp>
        <p:nvSpPr>
          <p:cNvPr id="8" name="Bubble B"/>
          <p:cNvSpPr/>
          <p:nvPr/>
        </p:nvSpPr>
        <p:spPr>
          <a:xfrm>
            <a:off x="1930400" y="3086100"/>
            <a:ext cx="558800" cy="381000"/>
          </a:xfrm>
          <a:prstGeom prst="ellipse">
            <a:avLst/>
          </a:prstGeom>
          <a:solidFill>
            <a:srgbClr val="3A3A3A"/>
          </a:solidFill>
          <a:ln w="31750">
            <a:solidFill>
              <a:schemeClr val="accent1"/>
            </a:solidFill>
            <a:prstDash val="solid"/>
          </a:ln>
        </p:spPr>
      </p:sp>
      <p:sp>
        <p:nvSpPr>
          <p:cNvPr id="9" name="Bubble C"/>
          <p:cNvSpPr/>
          <p:nvPr/>
        </p:nvSpPr>
        <p:spPr>
          <a:xfrm>
            <a:off x="2692400" y="3086100"/>
            <a:ext cx="558800" cy="381000"/>
          </a:xfrm>
          <a:prstGeom prst="ellipse">
            <a:avLst/>
          </a:prstGeom>
          <a:solidFill>
            <a:srgbClr val="3A3A3A"/>
          </a:solidFill>
          <a:ln w="31750">
            <a:solidFill>
              <a:schemeClr val="accent1"/>
            </a:solidFill>
            <a:prstDash val="solid"/>
          </a:ln>
        </p:spPr>
      </p:sp>
      <p:sp>
        <p:nvSpPr>
          <p:cNvPr id="10" name="Bubble D"/>
          <p:cNvSpPr/>
          <p:nvPr/>
        </p:nvSpPr>
        <p:spPr>
          <a:xfrm>
            <a:off x="3454400" y="3086100"/>
            <a:ext cx="558800" cy="381000"/>
          </a:xfrm>
          <a:prstGeom prst="ellipse">
            <a:avLst/>
          </a:prstGeom>
          <a:ln w="31750">
            <a:solidFill>
              <a:schemeClr val="accent1"/>
            </a:solidFill>
            <a:prstDash val="solid"/>
          </a:ln>
        </p:spPr>
      </p:sp>
      <p:sp>
        <p:nvSpPr>
          <p:cNvPr id="11" name="Bubble E"/>
          <p:cNvSpPr/>
          <p:nvPr/>
        </p:nvSpPr>
        <p:spPr>
          <a:xfrm>
            <a:off x="4216400" y="3086100"/>
            <a:ext cx="558800" cy="381000"/>
          </a:xfrm>
          <a:prstGeom prst="ellipse">
            <a:avLst/>
          </a:prstGeom>
          <a:ln w="31750">
            <a:solidFill>
              <a:schemeClr val="accent1"/>
            </a:solidFill>
            <a:prstDash val="solid"/>
          </a:ln>
        </p:spPr>
      </p:sp>
      <p:sp>
        <p:nvSpPr>
          <p:cNvPr id="12" name="Letter A"/>
          <p:cNvSpPr txBox="1"/>
          <p:nvPr/>
        </p:nvSpPr>
        <p:spPr>
          <a:xfrm>
            <a:off x="1066800" y="3721100"/>
            <a:ext cx="762000" cy="279400"/>
          </a:xfrm>
          <a:prstGeom prst="rect">
            <a:avLst/>
          </a:prstGeom>
          <a:noFill/>
          <a:ln/>
        </p:spPr>
        <p:txBody>
          <a:bodyPr wrap="square" lIns="0" tIns="0" rIns="0" bIns="0" rtlCol="0" anchor="ctr"/>
          <a:lstStyle/>
          <a:p>
            <a:pPr algn="ctr" indent="0" marL="0">
              <a:buNone/>
            </a:pPr>
            <a:r>
              <a:rPr lang="en-US" sz="1500" b="1" dirty="0">
                <a:solidFill>
                  <a:schemeClr val="accent5"/>
                </a:solidFill>
              </a:rPr>
              <a:t>A</a:t>
            </a:r>
            <a:endParaRPr lang="en-US" sz="1500" dirty="0"/>
          </a:p>
        </p:txBody>
      </p:sp>
      <p:sp>
        <p:nvSpPr>
          <p:cNvPr id="13" name="Letter B"/>
          <p:cNvSpPr txBox="1"/>
          <p:nvPr/>
        </p:nvSpPr>
        <p:spPr>
          <a:xfrm>
            <a:off x="1828800" y="3721100"/>
            <a:ext cx="762000" cy="279400"/>
          </a:xfrm>
          <a:prstGeom prst="rect">
            <a:avLst/>
          </a:prstGeom>
          <a:noFill/>
          <a:ln/>
        </p:spPr>
        <p:txBody>
          <a:bodyPr wrap="square" lIns="0" tIns="0" rIns="0" bIns="0" rtlCol="0" anchor="ctr"/>
          <a:lstStyle/>
          <a:p>
            <a:pPr algn="ctr" indent="0" marL="0">
              <a:buNone/>
            </a:pPr>
            <a:r>
              <a:rPr lang="en-US" sz="1500" b="1" dirty="0">
                <a:solidFill>
                  <a:schemeClr val="accent5"/>
                </a:solidFill>
              </a:rPr>
              <a:t>B</a:t>
            </a:r>
            <a:endParaRPr lang="en-US" sz="1500" dirty="0"/>
          </a:p>
        </p:txBody>
      </p:sp>
      <p:sp>
        <p:nvSpPr>
          <p:cNvPr id="14" name="Letter C"/>
          <p:cNvSpPr txBox="1"/>
          <p:nvPr/>
        </p:nvSpPr>
        <p:spPr>
          <a:xfrm>
            <a:off x="2590800" y="3721100"/>
            <a:ext cx="762000" cy="279400"/>
          </a:xfrm>
          <a:prstGeom prst="rect">
            <a:avLst/>
          </a:prstGeom>
          <a:noFill/>
          <a:ln/>
        </p:spPr>
        <p:txBody>
          <a:bodyPr wrap="square" lIns="0" tIns="0" rIns="0" bIns="0" rtlCol="0" anchor="ctr"/>
          <a:lstStyle/>
          <a:p>
            <a:pPr algn="ctr" indent="0" marL="0">
              <a:buNone/>
            </a:pPr>
            <a:r>
              <a:rPr lang="en-US" sz="1500" b="1" dirty="0">
                <a:solidFill>
                  <a:schemeClr val="accent5"/>
                </a:solidFill>
              </a:rPr>
              <a:t>C</a:t>
            </a:r>
            <a:endParaRPr lang="en-US" sz="1500" dirty="0"/>
          </a:p>
        </p:txBody>
      </p:sp>
      <p:sp>
        <p:nvSpPr>
          <p:cNvPr id="15" name="Letter D"/>
          <p:cNvSpPr txBox="1"/>
          <p:nvPr/>
        </p:nvSpPr>
        <p:spPr>
          <a:xfrm>
            <a:off x="3352800" y="3721100"/>
            <a:ext cx="762000" cy="279400"/>
          </a:xfrm>
          <a:prstGeom prst="rect">
            <a:avLst/>
          </a:prstGeom>
          <a:noFill/>
          <a:ln/>
        </p:spPr>
        <p:txBody>
          <a:bodyPr wrap="square" lIns="0" tIns="0" rIns="0" bIns="0" rtlCol="0" anchor="ctr"/>
          <a:lstStyle/>
          <a:p>
            <a:pPr algn="ctr" indent="0" marL="0">
              <a:buNone/>
            </a:pPr>
            <a:r>
              <a:rPr lang="en-US" sz="1500" b="1" dirty="0">
                <a:solidFill>
                  <a:schemeClr val="accent5"/>
                </a:solidFill>
              </a:rPr>
              <a:t>D</a:t>
            </a:r>
            <a:endParaRPr lang="en-US" sz="1500" dirty="0"/>
          </a:p>
        </p:txBody>
      </p:sp>
      <p:sp>
        <p:nvSpPr>
          <p:cNvPr id="16" name="Letter E"/>
          <p:cNvSpPr txBox="1"/>
          <p:nvPr/>
        </p:nvSpPr>
        <p:spPr>
          <a:xfrm>
            <a:off x="4114800" y="3721100"/>
            <a:ext cx="762000" cy="279400"/>
          </a:xfrm>
          <a:prstGeom prst="rect">
            <a:avLst/>
          </a:prstGeom>
          <a:noFill/>
          <a:ln/>
        </p:spPr>
        <p:txBody>
          <a:bodyPr wrap="square" lIns="0" tIns="0" rIns="0" bIns="0" rtlCol="0" anchor="ctr"/>
          <a:lstStyle/>
          <a:p>
            <a:pPr algn="ctr" indent="0" marL="0">
              <a:buNone/>
            </a:pPr>
            <a:r>
              <a:rPr lang="en-US" sz="1500" b="1" dirty="0">
                <a:solidFill>
                  <a:schemeClr val="accent5"/>
                </a:solidFill>
              </a:rPr>
              <a:t>E</a:t>
            </a:r>
            <a:endParaRPr lang="en-US" sz="1500" dirty="0"/>
          </a:p>
        </p:txBody>
      </p:sp>
      <p:sp>
        <p:nvSpPr>
          <p:cNvPr id="17" name="Card text 1"/>
          <p:cNvSpPr txBox="1"/>
          <p:nvPr/>
        </p:nvSpPr>
        <p:spPr>
          <a:xfrm>
            <a:off x="1066800" y="4127500"/>
            <a:ext cx="4673600" cy="533400"/>
          </a:xfrm>
          <a:prstGeom prst="rect">
            <a:avLst/>
          </a:prstGeom>
          <a:noFill/>
          <a:ln/>
        </p:spPr>
        <p:txBody>
          <a:bodyPr wrap="square" lIns="0" tIns="0" rIns="0" bIns="0" rtlCol="0" anchor="t"/>
          <a:lstStyle/>
          <a:p>
            <a:pPr indent="0" marL="0">
              <a:buNone/>
            </a:pPr>
            <a:r>
              <a:rPr lang="en-US" sz="1500" dirty="0">
                <a:solidFill>
                  <a:schemeClr val="accent5"/>
                </a:solidFill>
              </a:rPr>
              <a:t>Never fill in more than one bubble for a question.</a:t>
            </a:r>
            <a:endParaRPr lang="en-US" sz="1500" dirty="0"/>
          </a:p>
        </p:txBody>
      </p:sp>
      <p:sp>
        <p:nvSpPr>
          <p:cNvPr id="18" name="Card 2"/>
          <p:cNvSpPr/>
          <p:nvPr/>
        </p:nvSpPr>
        <p:spPr>
          <a:xfrm>
            <a:off x="6197600" y="1841500"/>
            <a:ext cx="5181600" cy="3073400"/>
          </a:xfrm>
          <a:prstGeom prst="roundRect">
            <a:avLst>
              <a:gd name="adj" fmla="val 3273"/>
            </a:avLst>
          </a:prstGeom>
          <a:solidFill>
            <a:schemeClr val="bg1"/>
          </a:solidFill>
          <a:ln w="9525">
            <a:solidFill>
              <a:srgbClr val="E3D9CE"/>
            </a:solidFill>
            <a:prstDash val="solid"/>
          </a:ln>
        </p:spPr>
      </p:sp>
      <p:sp>
        <p:nvSpPr>
          <p:cNvPr id="19" name="Chip Do"/>
          <p:cNvSpPr txBox="1"/>
          <p:nvPr/>
        </p:nvSpPr>
        <p:spPr>
          <a:xfrm>
            <a:off x="6451600" y="2095500"/>
            <a:ext cx="584200" cy="304800"/>
          </a:xfrm>
          <a:prstGeom prst="roundRect">
            <a:avLst>
              <a:gd name="adj" fmla="val 51000"/>
            </a:avLst>
          </a:prstGeom>
          <a:solidFill>
            <a:schemeClr val="accent3"/>
          </a:solidFill>
          <a:ln/>
        </p:spPr>
        <p:txBody>
          <a:bodyPr wrap="square" lIns="0" tIns="0" rIns="0" bIns="0" rtlCol="0" anchor="ctr"/>
          <a:lstStyle/>
          <a:p>
            <a:pPr algn="ctr" indent="0" marL="0">
              <a:buNone/>
            </a:pPr>
            <a:r>
              <a:rPr lang="en-US" sz="1400" b="1" dirty="0">
                <a:solidFill>
                  <a:schemeClr val="bg1"/>
                </a:solidFill>
              </a:rPr>
              <a:t>Do</a:t>
            </a:r>
            <a:endParaRPr lang="en-US" sz="1400" dirty="0"/>
          </a:p>
        </p:txBody>
      </p:sp>
      <p:sp>
        <p:nvSpPr>
          <p:cNvPr id="20" name="Card title 2"/>
          <p:cNvSpPr txBox="1"/>
          <p:nvPr/>
        </p:nvSpPr>
        <p:spPr>
          <a:xfrm>
            <a:off x="6451600" y="2527300"/>
            <a:ext cx="4673600" cy="304800"/>
          </a:xfrm>
          <a:prstGeom prst="rect">
            <a:avLst/>
          </a:prstGeom>
          <a:noFill/>
          <a:ln/>
        </p:spPr>
        <p:txBody>
          <a:bodyPr wrap="square" lIns="0" tIns="0" rIns="0" bIns="0" rtlCol="0" anchor="ctr"/>
          <a:lstStyle/>
          <a:p>
            <a:pPr indent="0" marL="0">
              <a:buNone/>
            </a:pPr>
            <a:r>
              <a:rPr lang="en-US" sz="2000" b="1" dirty="0">
                <a:solidFill>
                  <a:schemeClr val="tx1"/>
                </a:solidFill>
              </a:rPr>
              <a:t>One bubble filled</a:t>
            </a:r>
            <a:endParaRPr lang="en-US" sz="2000" dirty="0"/>
          </a:p>
        </p:txBody>
      </p:sp>
      <p:sp>
        <p:nvSpPr>
          <p:cNvPr id="21" name="Bubble A"/>
          <p:cNvSpPr/>
          <p:nvPr/>
        </p:nvSpPr>
        <p:spPr>
          <a:xfrm>
            <a:off x="6553200" y="3086100"/>
            <a:ext cx="558800" cy="381000"/>
          </a:xfrm>
          <a:prstGeom prst="ellipse">
            <a:avLst/>
          </a:prstGeom>
          <a:ln w="31750">
            <a:solidFill>
              <a:schemeClr val="accent1"/>
            </a:solidFill>
            <a:prstDash val="solid"/>
          </a:ln>
        </p:spPr>
      </p:sp>
      <p:sp>
        <p:nvSpPr>
          <p:cNvPr id="22" name="Bubble B"/>
          <p:cNvSpPr/>
          <p:nvPr/>
        </p:nvSpPr>
        <p:spPr>
          <a:xfrm>
            <a:off x="7315200" y="3086100"/>
            <a:ext cx="558800" cy="381000"/>
          </a:xfrm>
          <a:prstGeom prst="ellipse">
            <a:avLst/>
          </a:prstGeom>
          <a:ln w="31750">
            <a:solidFill>
              <a:schemeClr val="accent1"/>
            </a:solidFill>
            <a:prstDash val="solid"/>
          </a:ln>
        </p:spPr>
      </p:sp>
      <p:sp>
        <p:nvSpPr>
          <p:cNvPr id="23" name="Bubble C"/>
          <p:cNvSpPr/>
          <p:nvPr/>
        </p:nvSpPr>
        <p:spPr>
          <a:xfrm>
            <a:off x="8077200" y="3086100"/>
            <a:ext cx="558800" cy="381000"/>
          </a:xfrm>
          <a:prstGeom prst="ellipse">
            <a:avLst/>
          </a:prstGeom>
          <a:solidFill>
            <a:srgbClr val="3A3A3A"/>
          </a:solidFill>
          <a:ln w="31750">
            <a:solidFill>
              <a:schemeClr val="accent1"/>
            </a:solidFill>
            <a:prstDash val="solid"/>
          </a:ln>
        </p:spPr>
      </p:sp>
      <p:sp>
        <p:nvSpPr>
          <p:cNvPr id="24" name="Bubble D"/>
          <p:cNvSpPr/>
          <p:nvPr/>
        </p:nvSpPr>
        <p:spPr>
          <a:xfrm>
            <a:off x="8839200" y="3086100"/>
            <a:ext cx="558800" cy="381000"/>
          </a:xfrm>
          <a:prstGeom prst="ellipse">
            <a:avLst/>
          </a:prstGeom>
          <a:ln w="31750">
            <a:solidFill>
              <a:schemeClr val="accent1"/>
            </a:solidFill>
            <a:prstDash val="solid"/>
          </a:ln>
        </p:spPr>
      </p:sp>
      <p:sp>
        <p:nvSpPr>
          <p:cNvPr id="25" name="Bubble E"/>
          <p:cNvSpPr/>
          <p:nvPr/>
        </p:nvSpPr>
        <p:spPr>
          <a:xfrm>
            <a:off x="9601200" y="3086100"/>
            <a:ext cx="558800" cy="381000"/>
          </a:xfrm>
          <a:prstGeom prst="ellipse">
            <a:avLst/>
          </a:prstGeom>
          <a:ln w="31750">
            <a:solidFill>
              <a:schemeClr val="accent1"/>
            </a:solidFill>
            <a:prstDash val="solid"/>
          </a:ln>
        </p:spPr>
      </p:sp>
      <p:sp>
        <p:nvSpPr>
          <p:cNvPr id="26" name="Letter A"/>
          <p:cNvSpPr txBox="1"/>
          <p:nvPr/>
        </p:nvSpPr>
        <p:spPr>
          <a:xfrm>
            <a:off x="6451600" y="3721100"/>
            <a:ext cx="762000" cy="279400"/>
          </a:xfrm>
          <a:prstGeom prst="rect">
            <a:avLst/>
          </a:prstGeom>
          <a:noFill/>
          <a:ln/>
        </p:spPr>
        <p:txBody>
          <a:bodyPr wrap="square" lIns="0" tIns="0" rIns="0" bIns="0" rtlCol="0" anchor="ctr"/>
          <a:lstStyle/>
          <a:p>
            <a:pPr algn="ctr" indent="0" marL="0">
              <a:buNone/>
            </a:pPr>
            <a:r>
              <a:rPr lang="en-US" sz="1500" b="1" dirty="0">
                <a:solidFill>
                  <a:schemeClr val="accent5"/>
                </a:solidFill>
              </a:rPr>
              <a:t>A</a:t>
            </a:r>
            <a:endParaRPr lang="en-US" sz="1500" dirty="0"/>
          </a:p>
        </p:txBody>
      </p:sp>
      <p:sp>
        <p:nvSpPr>
          <p:cNvPr id="27" name="Letter B"/>
          <p:cNvSpPr txBox="1"/>
          <p:nvPr/>
        </p:nvSpPr>
        <p:spPr>
          <a:xfrm>
            <a:off x="7213600" y="3721100"/>
            <a:ext cx="762000" cy="279400"/>
          </a:xfrm>
          <a:prstGeom prst="rect">
            <a:avLst/>
          </a:prstGeom>
          <a:noFill/>
          <a:ln/>
        </p:spPr>
        <p:txBody>
          <a:bodyPr wrap="square" lIns="0" tIns="0" rIns="0" bIns="0" rtlCol="0" anchor="ctr"/>
          <a:lstStyle/>
          <a:p>
            <a:pPr algn="ctr" indent="0" marL="0">
              <a:buNone/>
            </a:pPr>
            <a:r>
              <a:rPr lang="en-US" sz="1500" b="1" dirty="0">
                <a:solidFill>
                  <a:schemeClr val="accent5"/>
                </a:solidFill>
              </a:rPr>
              <a:t>B</a:t>
            </a:r>
            <a:endParaRPr lang="en-US" sz="1500" dirty="0"/>
          </a:p>
        </p:txBody>
      </p:sp>
      <p:sp>
        <p:nvSpPr>
          <p:cNvPr id="28" name="Letter C"/>
          <p:cNvSpPr txBox="1"/>
          <p:nvPr/>
        </p:nvSpPr>
        <p:spPr>
          <a:xfrm>
            <a:off x="7975600" y="3721100"/>
            <a:ext cx="762000" cy="279400"/>
          </a:xfrm>
          <a:prstGeom prst="rect">
            <a:avLst/>
          </a:prstGeom>
          <a:noFill/>
          <a:ln/>
        </p:spPr>
        <p:txBody>
          <a:bodyPr wrap="square" lIns="0" tIns="0" rIns="0" bIns="0" rtlCol="0" anchor="ctr"/>
          <a:lstStyle/>
          <a:p>
            <a:pPr algn="ctr" indent="0" marL="0">
              <a:buNone/>
            </a:pPr>
            <a:r>
              <a:rPr lang="en-US" sz="1500" b="1" dirty="0">
                <a:solidFill>
                  <a:schemeClr val="accent5"/>
                </a:solidFill>
              </a:rPr>
              <a:t>C</a:t>
            </a:r>
            <a:endParaRPr lang="en-US" sz="1500" dirty="0"/>
          </a:p>
        </p:txBody>
      </p:sp>
      <p:sp>
        <p:nvSpPr>
          <p:cNvPr id="29" name="Letter D"/>
          <p:cNvSpPr txBox="1"/>
          <p:nvPr/>
        </p:nvSpPr>
        <p:spPr>
          <a:xfrm>
            <a:off x="8737600" y="3721100"/>
            <a:ext cx="762000" cy="279400"/>
          </a:xfrm>
          <a:prstGeom prst="rect">
            <a:avLst/>
          </a:prstGeom>
          <a:noFill/>
          <a:ln/>
        </p:spPr>
        <p:txBody>
          <a:bodyPr wrap="square" lIns="0" tIns="0" rIns="0" bIns="0" rtlCol="0" anchor="ctr"/>
          <a:lstStyle/>
          <a:p>
            <a:pPr algn="ctr" indent="0" marL="0">
              <a:buNone/>
            </a:pPr>
            <a:r>
              <a:rPr lang="en-US" sz="1500" b="1" dirty="0">
                <a:solidFill>
                  <a:schemeClr val="accent5"/>
                </a:solidFill>
              </a:rPr>
              <a:t>D</a:t>
            </a:r>
            <a:endParaRPr lang="en-US" sz="1500" dirty="0"/>
          </a:p>
        </p:txBody>
      </p:sp>
      <p:sp>
        <p:nvSpPr>
          <p:cNvPr id="30" name="Letter E"/>
          <p:cNvSpPr txBox="1"/>
          <p:nvPr/>
        </p:nvSpPr>
        <p:spPr>
          <a:xfrm>
            <a:off x="9499600" y="3721100"/>
            <a:ext cx="762000" cy="279400"/>
          </a:xfrm>
          <a:prstGeom prst="rect">
            <a:avLst/>
          </a:prstGeom>
          <a:noFill/>
          <a:ln/>
        </p:spPr>
        <p:txBody>
          <a:bodyPr wrap="square" lIns="0" tIns="0" rIns="0" bIns="0" rtlCol="0" anchor="ctr"/>
          <a:lstStyle/>
          <a:p>
            <a:pPr algn="ctr" indent="0" marL="0">
              <a:buNone/>
            </a:pPr>
            <a:r>
              <a:rPr lang="en-US" sz="1500" b="1" dirty="0">
                <a:solidFill>
                  <a:schemeClr val="accent5"/>
                </a:solidFill>
              </a:rPr>
              <a:t>E</a:t>
            </a:r>
            <a:endParaRPr lang="en-US" sz="1500" dirty="0"/>
          </a:p>
        </p:txBody>
      </p:sp>
      <p:sp>
        <p:nvSpPr>
          <p:cNvPr id="31" name="Card text 2"/>
          <p:cNvSpPr txBox="1"/>
          <p:nvPr/>
        </p:nvSpPr>
        <p:spPr>
          <a:xfrm>
            <a:off x="6451600" y="4127500"/>
            <a:ext cx="4673600" cy="533400"/>
          </a:xfrm>
          <a:prstGeom prst="rect">
            <a:avLst/>
          </a:prstGeom>
          <a:noFill/>
          <a:ln/>
        </p:spPr>
        <p:txBody>
          <a:bodyPr wrap="square" lIns="0" tIns="0" rIns="0" bIns="0" rtlCol="0" anchor="t"/>
          <a:lstStyle/>
          <a:p>
            <a:pPr indent="0" marL="0">
              <a:buNone/>
            </a:pPr>
            <a:r>
              <a:rPr lang="en-US" sz="1500" dirty="0">
                <a:solidFill>
                  <a:schemeClr val="accent5"/>
                </a:solidFill>
              </a:rPr>
              <a:t>Choose your single best answer and fill in that one bubble.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812800" y="812800"/>
            <a:ext cx="7620000" cy="279400"/>
          </a:xfrm>
          <a:prstGeom prst="rect">
            <a:avLst/>
          </a:prstGeom>
          <a:noFill/>
          <a:ln/>
        </p:spPr>
        <p:txBody>
          <a:bodyPr wrap="square" lIns="0" tIns="0" rIns="0" bIns="0" rtlCol="0" anchor="ctr"/>
          <a:lstStyle/>
          <a:p>
            <a:pPr indent="0" marL="0">
              <a:buNone/>
            </a:pPr>
            <a:r>
              <a:rPr lang="en-US" sz="1400" b="1" spc="400" kern="0" dirty="0">
                <a:solidFill>
                  <a:schemeClr val="accent1"/>
                </a:solidFill>
              </a:rPr>
              <a:t>BEFORE YOU BEGIN</a:t>
            </a:r>
            <a:endParaRPr lang="en-US" sz="1400" dirty="0"/>
          </a:p>
        </p:txBody>
      </p:sp>
      <p:sp>
        <p:nvSpPr>
          <p:cNvPr id="3" name="Text 0"/>
          <p:cNvSpPr/>
          <p:nvPr>
            <p:ph idx="100" type="title" hasCustomPrompt="1"/>
          </p:nvPr>
        </p:nvSpPr>
        <p:spPr>
          <a:xfrm>
            <a:off x="812800" y="1117600"/>
            <a:ext cx="10566400" cy="533400"/>
          </a:xfrm>
          <a:prstGeom prst="rect">
            <a:avLst/>
          </a:prstGeom>
          <a:noFill/>
          <a:ln/>
        </p:spPr>
        <p:txBody>
          <a:bodyPr wrap="square" lIns="0" tIns="0" rIns="0" bIns="0" rtlCol="0" anchor="t"/>
          <a:lstStyle/>
          <a:p>
            <a:pPr algn="l" indent="0" marL="0">
              <a:buNone/>
            </a:pPr>
            <a:r>
              <a:rPr lang="en-US" sz="3600" b="1" dirty="0">
                <a:solidFill>
                  <a:schemeClr val="tx1"/>
                </a:solidFill>
              </a:rPr>
              <a:t>Your bubble sheet checklist</a:t>
            </a:r>
            <a:endParaRPr lang="en-US" sz="3600" dirty="0"/>
          </a:p>
        </p:txBody>
      </p:sp>
      <p:sp>
        <p:nvSpPr>
          <p:cNvPr id="4" name="Check card 1"/>
          <p:cNvSpPr/>
          <p:nvPr/>
        </p:nvSpPr>
        <p:spPr>
          <a:xfrm>
            <a:off x="812800" y="1841500"/>
            <a:ext cx="5207000" cy="965200"/>
          </a:xfrm>
          <a:prstGeom prst="roundRect">
            <a:avLst>
              <a:gd name="adj" fmla="val 10421"/>
            </a:avLst>
          </a:prstGeom>
          <a:solidFill>
            <a:schemeClr val="bg1"/>
          </a:solidFill>
          <a:ln w="9525">
            <a:solidFill>
              <a:srgbClr val="E3D9CE"/>
            </a:solidFill>
            <a:prstDash val="solid"/>
          </a:ln>
        </p:spPr>
      </p:sp>
      <p:pic>
        <p:nvPicPr>
          <p:cNvPr id="5" name="Image 0" descr="Check mark">    </p:cNvPr>
          <p:cNvPicPr>
            <a:picLocks noChangeAspect="1"/>
          </p:cNvPicPr>
          <p:nvPr/>
        </p:nvPicPr>
        <p:blipFill>
          <a:blip r:embed="rId1"/>
          <a:stretch>
            <a:fillRect/>
          </a:stretch>
        </p:blipFill>
        <p:spPr>
          <a:xfrm>
            <a:off x="990600" y="2019300"/>
            <a:ext cx="304800" cy="304800"/>
          </a:xfrm>
          <a:prstGeom prst="rect">
            <a:avLst/>
          </a:prstGeom>
        </p:spPr>
      </p:pic>
      <p:sp>
        <p:nvSpPr>
          <p:cNvPr id="6" name="Check title 1"/>
          <p:cNvSpPr txBox="1"/>
          <p:nvPr/>
        </p:nvSpPr>
        <p:spPr>
          <a:xfrm>
            <a:off x="1447800" y="1955800"/>
            <a:ext cx="4394200" cy="279400"/>
          </a:xfrm>
          <a:prstGeom prst="rect">
            <a:avLst/>
          </a:prstGeom>
          <a:noFill/>
          <a:ln/>
        </p:spPr>
        <p:txBody>
          <a:bodyPr wrap="square" lIns="0" tIns="0" rIns="0" bIns="0" rtlCol="0" anchor="ctr"/>
          <a:lstStyle/>
          <a:p>
            <a:pPr indent="0" marL="0">
              <a:buNone/>
            </a:pPr>
            <a:r>
              <a:rPr lang="en-US" sz="1700" b="1" dirty="0">
                <a:solidFill>
                  <a:schemeClr val="tx1"/>
                </a:solidFill>
              </a:rPr>
              <a:t>Pencil only</a:t>
            </a:r>
            <a:endParaRPr lang="en-US" sz="1700" dirty="0"/>
          </a:p>
        </p:txBody>
      </p:sp>
      <p:sp>
        <p:nvSpPr>
          <p:cNvPr id="7" name="Check text 1"/>
          <p:cNvSpPr txBox="1"/>
          <p:nvPr/>
        </p:nvSpPr>
        <p:spPr>
          <a:xfrm>
            <a:off x="1447800" y="2235200"/>
            <a:ext cx="4394200" cy="444500"/>
          </a:xfrm>
          <a:prstGeom prst="rect">
            <a:avLst/>
          </a:prstGeom>
          <a:noFill/>
          <a:ln/>
        </p:spPr>
        <p:txBody>
          <a:bodyPr wrap="square" lIns="0" tIns="0" rIns="0" bIns="0" rtlCol="0" anchor="t"/>
          <a:lstStyle/>
          <a:p>
            <a:pPr indent="0" marL="0">
              <a:buNone/>
            </a:pPr>
            <a:r>
              <a:rPr lang="en-US" sz="1400" dirty="0">
                <a:solidFill>
                  <a:schemeClr val="accent5"/>
                </a:solidFill>
              </a:rPr>
              <a:t>For your name, version letter, student number and answers.</a:t>
            </a:r>
            <a:endParaRPr lang="en-US" sz="1400" dirty="0"/>
          </a:p>
        </p:txBody>
      </p:sp>
      <p:sp>
        <p:nvSpPr>
          <p:cNvPr id="8" name="Check card 2"/>
          <p:cNvSpPr/>
          <p:nvPr/>
        </p:nvSpPr>
        <p:spPr>
          <a:xfrm>
            <a:off x="6172200" y="1841500"/>
            <a:ext cx="5207000" cy="965200"/>
          </a:xfrm>
          <a:prstGeom prst="roundRect">
            <a:avLst>
              <a:gd name="adj" fmla="val 10421"/>
            </a:avLst>
          </a:prstGeom>
          <a:solidFill>
            <a:schemeClr val="bg1"/>
          </a:solidFill>
          <a:ln w="9525">
            <a:solidFill>
              <a:srgbClr val="E3D9CE"/>
            </a:solidFill>
            <a:prstDash val="solid"/>
          </a:ln>
        </p:spPr>
      </p:sp>
      <p:pic>
        <p:nvPicPr>
          <p:cNvPr id="9" name="Image 1" descr="Check mark">    </p:cNvPr>
          <p:cNvPicPr>
            <a:picLocks noChangeAspect="1"/>
          </p:cNvPicPr>
          <p:nvPr/>
        </p:nvPicPr>
        <p:blipFill>
          <a:blip r:embed="rId2"/>
          <a:stretch>
            <a:fillRect/>
          </a:stretch>
        </p:blipFill>
        <p:spPr>
          <a:xfrm>
            <a:off x="6350000" y="2019300"/>
            <a:ext cx="304800" cy="304800"/>
          </a:xfrm>
          <a:prstGeom prst="rect">
            <a:avLst/>
          </a:prstGeom>
        </p:spPr>
      </p:pic>
      <p:sp>
        <p:nvSpPr>
          <p:cNvPr id="10" name="Check title 2"/>
          <p:cNvSpPr txBox="1"/>
          <p:nvPr/>
        </p:nvSpPr>
        <p:spPr>
          <a:xfrm>
            <a:off x="6807200" y="1955800"/>
            <a:ext cx="4394200" cy="279400"/>
          </a:xfrm>
          <a:prstGeom prst="rect">
            <a:avLst/>
          </a:prstGeom>
          <a:noFill/>
          <a:ln/>
        </p:spPr>
        <p:txBody>
          <a:bodyPr wrap="square" lIns="0" tIns="0" rIns="0" bIns="0" rtlCol="0" anchor="ctr"/>
          <a:lstStyle/>
          <a:p>
            <a:pPr indent="0" marL="0">
              <a:buNone/>
            </a:pPr>
            <a:r>
              <a:rPr lang="en-US" sz="1700" b="1" dirty="0">
                <a:solidFill>
                  <a:schemeClr val="tx1"/>
                </a:solidFill>
              </a:rPr>
              <a:t>Version letter</a:t>
            </a:r>
            <a:endParaRPr lang="en-US" sz="1700" dirty="0"/>
          </a:p>
        </p:txBody>
      </p:sp>
      <p:sp>
        <p:nvSpPr>
          <p:cNvPr id="11" name="Check text 2"/>
          <p:cNvSpPr txBox="1"/>
          <p:nvPr/>
        </p:nvSpPr>
        <p:spPr>
          <a:xfrm>
            <a:off x="6807200" y="2235200"/>
            <a:ext cx="4394200" cy="444500"/>
          </a:xfrm>
          <a:prstGeom prst="rect">
            <a:avLst/>
          </a:prstGeom>
          <a:noFill/>
          <a:ln/>
        </p:spPr>
        <p:txBody>
          <a:bodyPr wrap="square" lIns="0" tIns="0" rIns="0" bIns="0" rtlCol="0" anchor="t"/>
          <a:lstStyle/>
          <a:p>
            <a:pPr indent="0" marL="0">
              <a:buNone/>
            </a:pPr>
            <a:r>
              <a:rPr lang="en-US" sz="1400" dirty="0">
                <a:solidFill>
                  <a:schemeClr val="accent5"/>
                </a:solidFill>
              </a:rPr>
              <a:t>Written in the empty space at the top of the sheet.</a:t>
            </a:r>
            <a:endParaRPr lang="en-US" sz="1400" dirty="0"/>
          </a:p>
        </p:txBody>
      </p:sp>
      <p:sp>
        <p:nvSpPr>
          <p:cNvPr id="12" name="Check card 3"/>
          <p:cNvSpPr/>
          <p:nvPr/>
        </p:nvSpPr>
        <p:spPr>
          <a:xfrm>
            <a:off x="812800" y="2921000"/>
            <a:ext cx="5207000" cy="965200"/>
          </a:xfrm>
          <a:prstGeom prst="roundRect">
            <a:avLst>
              <a:gd name="adj" fmla="val 10421"/>
            </a:avLst>
          </a:prstGeom>
          <a:solidFill>
            <a:schemeClr val="bg1"/>
          </a:solidFill>
          <a:ln w="9525">
            <a:solidFill>
              <a:srgbClr val="E3D9CE"/>
            </a:solidFill>
            <a:prstDash val="solid"/>
          </a:ln>
        </p:spPr>
      </p:sp>
      <p:pic>
        <p:nvPicPr>
          <p:cNvPr id="13" name="Image 2" descr="Check mark">    </p:cNvPr>
          <p:cNvPicPr>
            <a:picLocks noChangeAspect="1"/>
          </p:cNvPicPr>
          <p:nvPr/>
        </p:nvPicPr>
        <p:blipFill>
          <a:blip r:embed="rId3"/>
          <a:stretch>
            <a:fillRect/>
          </a:stretch>
        </p:blipFill>
        <p:spPr>
          <a:xfrm>
            <a:off x="990600" y="3098800"/>
            <a:ext cx="304800" cy="304800"/>
          </a:xfrm>
          <a:prstGeom prst="rect">
            <a:avLst/>
          </a:prstGeom>
        </p:spPr>
      </p:pic>
      <p:sp>
        <p:nvSpPr>
          <p:cNvPr id="14" name="Check title 3"/>
          <p:cNvSpPr txBox="1"/>
          <p:nvPr/>
        </p:nvSpPr>
        <p:spPr>
          <a:xfrm>
            <a:off x="1447800" y="3035300"/>
            <a:ext cx="4394200" cy="279400"/>
          </a:xfrm>
          <a:prstGeom prst="rect">
            <a:avLst/>
          </a:prstGeom>
          <a:noFill/>
          <a:ln/>
        </p:spPr>
        <p:txBody>
          <a:bodyPr wrap="square" lIns="0" tIns="0" rIns="0" bIns="0" rtlCol="0" anchor="ctr"/>
          <a:lstStyle/>
          <a:p>
            <a:pPr indent="0" marL="0">
              <a:buNone/>
            </a:pPr>
            <a:r>
              <a:rPr lang="en-US" sz="1700" b="1" dirty="0">
                <a:solidFill>
                  <a:schemeClr val="tx1"/>
                </a:solidFill>
              </a:rPr>
              <a:t>Name</a:t>
            </a:r>
            <a:endParaRPr lang="en-US" sz="1700" dirty="0"/>
          </a:p>
        </p:txBody>
      </p:sp>
      <p:sp>
        <p:nvSpPr>
          <p:cNvPr id="15" name="Check text 3"/>
          <p:cNvSpPr txBox="1"/>
          <p:nvPr/>
        </p:nvSpPr>
        <p:spPr>
          <a:xfrm>
            <a:off x="1447800" y="3314700"/>
            <a:ext cx="4394200" cy="444500"/>
          </a:xfrm>
          <a:prstGeom prst="rect">
            <a:avLst/>
          </a:prstGeom>
          <a:noFill/>
          <a:ln/>
        </p:spPr>
        <p:txBody>
          <a:bodyPr wrap="square" lIns="0" tIns="0" rIns="0" bIns="0" rtlCol="0" anchor="t"/>
          <a:lstStyle/>
          <a:p>
            <a:pPr indent="0" marL="0">
              <a:buNone/>
            </a:pPr>
            <a:r>
              <a:rPr lang="en-US" sz="1400" dirty="0">
                <a:solidFill>
                  <a:schemeClr val="accent5"/>
                </a:solidFill>
              </a:rPr>
              <a:t>Printed clearly and correctly on the Student Name line.</a:t>
            </a:r>
            <a:endParaRPr lang="en-US" sz="1400" dirty="0"/>
          </a:p>
        </p:txBody>
      </p:sp>
      <p:sp>
        <p:nvSpPr>
          <p:cNvPr id="16" name="Check card 4"/>
          <p:cNvSpPr/>
          <p:nvPr/>
        </p:nvSpPr>
        <p:spPr>
          <a:xfrm>
            <a:off x="6172200" y="2921000"/>
            <a:ext cx="5207000" cy="965200"/>
          </a:xfrm>
          <a:prstGeom prst="roundRect">
            <a:avLst>
              <a:gd name="adj" fmla="val 10421"/>
            </a:avLst>
          </a:prstGeom>
          <a:solidFill>
            <a:schemeClr val="bg1"/>
          </a:solidFill>
          <a:ln w="9525">
            <a:solidFill>
              <a:srgbClr val="E3D9CE"/>
            </a:solidFill>
            <a:prstDash val="solid"/>
          </a:ln>
        </p:spPr>
      </p:sp>
      <p:pic>
        <p:nvPicPr>
          <p:cNvPr id="17" name="Image 3" descr="Check mark">    </p:cNvPr>
          <p:cNvPicPr>
            <a:picLocks noChangeAspect="1"/>
          </p:cNvPicPr>
          <p:nvPr/>
        </p:nvPicPr>
        <p:blipFill>
          <a:blip r:embed="rId4"/>
          <a:stretch>
            <a:fillRect/>
          </a:stretch>
        </p:blipFill>
        <p:spPr>
          <a:xfrm>
            <a:off x="6350000" y="3098800"/>
            <a:ext cx="304800" cy="304800"/>
          </a:xfrm>
          <a:prstGeom prst="rect">
            <a:avLst/>
          </a:prstGeom>
        </p:spPr>
      </p:pic>
      <p:sp>
        <p:nvSpPr>
          <p:cNvPr id="18" name="Check title 4"/>
          <p:cNvSpPr txBox="1"/>
          <p:nvPr/>
        </p:nvSpPr>
        <p:spPr>
          <a:xfrm>
            <a:off x="6807200" y="3035300"/>
            <a:ext cx="4394200" cy="279400"/>
          </a:xfrm>
          <a:prstGeom prst="rect">
            <a:avLst/>
          </a:prstGeom>
          <a:noFill/>
          <a:ln/>
        </p:spPr>
        <p:txBody>
          <a:bodyPr wrap="square" lIns="0" tIns="0" rIns="0" bIns="0" rtlCol="0" anchor="ctr"/>
          <a:lstStyle/>
          <a:p>
            <a:pPr indent="0" marL="0">
              <a:buNone/>
            </a:pPr>
            <a:r>
              <a:rPr lang="en-US" sz="1700" b="1" dirty="0">
                <a:solidFill>
                  <a:schemeClr val="tx1"/>
                </a:solidFill>
              </a:rPr>
              <a:t>Student number</a:t>
            </a:r>
            <a:endParaRPr lang="en-US" sz="1700" dirty="0"/>
          </a:p>
        </p:txBody>
      </p:sp>
      <p:sp>
        <p:nvSpPr>
          <p:cNvPr id="19" name="Check text 4"/>
          <p:cNvSpPr txBox="1"/>
          <p:nvPr/>
        </p:nvSpPr>
        <p:spPr>
          <a:xfrm>
            <a:off x="6807200" y="3314700"/>
            <a:ext cx="4394200" cy="444500"/>
          </a:xfrm>
          <a:prstGeom prst="rect">
            <a:avLst/>
          </a:prstGeom>
          <a:noFill/>
          <a:ln/>
        </p:spPr>
        <p:txBody>
          <a:bodyPr wrap="square" lIns="0" tIns="0" rIns="0" bIns="0" rtlCol="0" anchor="t"/>
          <a:lstStyle/>
          <a:p>
            <a:pPr indent="0" marL="0">
              <a:buNone/>
            </a:pPr>
            <a:r>
              <a:rPr lang="en-US" sz="1400" dirty="0">
                <a:solidFill>
                  <a:schemeClr val="accent5"/>
                </a:solidFill>
              </a:rPr>
              <a:t>7 digits, or 0 0 plus 7 digits, with every bubble filled.</a:t>
            </a:r>
            <a:endParaRPr lang="en-US" sz="1400" dirty="0"/>
          </a:p>
        </p:txBody>
      </p:sp>
      <p:sp>
        <p:nvSpPr>
          <p:cNvPr id="20" name="Check card 5"/>
          <p:cNvSpPr/>
          <p:nvPr/>
        </p:nvSpPr>
        <p:spPr>
          <a:xfrm>
            <a:off x="812800" y="4000500"/>
            <a:ext cx="5207000" cy="965200"/>
          </a:xfrm>
          <a:prstGeom prst="roundRect">
            <a:avLst>
              <a:gd name="adj" fmla="val 10421"/>
            </a:avLst>
          </a:prstGeom>
          <a:solidFill>
            <a:schemeClr val="bg1"/>
          </a:solidFill>
          <a:ln w="9525">
            <a:solidFill>
              <a:srgbClr val="E3D9CE"/>
            </a:solidFill>
            <a:prstDash val="solid"/>
          </a:ln>
        </p:spPr>
      </p:sp>
      <p:pic>
        <p:nvPicPr>
          <p:cNvPr id="21" name="Image 4" descr="Check mark">    </p:cNvPr>
          <p:cNvPicPr>
            <a:picLocks noChangeAspect="1"/>
          </p:cNvPicPr>
          <p:nvPr/>
        </p:nvPicPr>
        <p:blipFill>
          <a:blip r:embed="rId5"/>
          <a:stretch>
            <a:fillRect/>
          </a:stretch>
        </p:blipFill>
        <p:spPr>
          <a:xfrm>
            <a:off x="990600" y="4178300"/>
            <a:ext cx="304800" cy="304800"/>
          </a:xfrm>
          <a:prstGeom prst="rect">
            <a:avLst/>
          </a:prstGeom>
        </p:spPr>
      </p:pic>
      <p:sp>
        <p:nvSpPr>
          <p:cNvPr id="22" name="Check title 5"/>
          <p:cNvSpPr txBox="1"/>
          <p:nvPr/>
        </p:nvSpPr>
        <p:spPr>
          <a:xfrm>
            <a:off x="1447800" y="4114800"/>
            <a:ext cx="4394200" cy="279400"/>
          </a:xfrm>
          <a:prstGeom prst="rect">
            <a:avLst/>
          </a:prstGeom>
          <a:noFill/>
          <a:ln/>
        </p:spPr>
        <p:txBody>
          <a:bodyPr wrap="square" lIns="0" tIns="0" rIns="0" bIns="0" rtlCol="0" anchor="ctr"/>
          <a:lstStyle/>
          <a:p>
            <a:pPr indent="0" marL="0">
              <a:buNone/>
            </a:pPr>
            <a:r>
              <a:rPr lang="en-US" sz="1700" b="1" dirty="0">
                <a:solidFill>
                  <a:schemeClr val="tx1"/>
                </a:solidFill>
              </a:rPr>
              <a:t>Dark, full bubbles</a:t>
            </a:r>
            <a:endParaRPr lang="en-US" sz="1700" dirty="0"/>
          </a:p>
        </p:txBody>
      </p:sp>
      <p:sp>
        <p:nvSpPr>
          <p:cNvPr id="23" name="Check text 5"/>
          <p:cNvSpPr txBox="1"/>
          <p:nvPr/>
        </p:nvSpPr>
        <p:spPr>
          <a:xfrm>
            <a:off x="1447800" y="4394200"/>
            <a:ext cx="4394200" cy="444500"/>
          </a:xfrm>
          <a:prstGeom prst="rect">
            <a:avLst/>
          </a:prstGeom>
          <a:noFill/>
          <a:ln/>
        </p:spPr>
        <p:txBody>
          <a:bodyPr wrap="square" lIns="0" tIns="0" rIns="0" bIns="0" rtlCol="0" anchor="t"/>
          <a:lstStyle/>
          <a:p>
            <a:pPr indent="0" marL="0">
              <a:buNone/>
            </a:pPr>
            <a:r>
              <a:rPr lang="en-US" sz="1400" dirty="0">
                <a:solidFill>
                  <a:schemeClr val="accent5"/>
                </a:solidFill>
              </a:rPr>
              <a:t>Press firmly and fill the whole bubble.</a:t>
            </a:r>
            <a:endParaRPr lang="en-US" sz="1400" dirty="0"/>
          </a:p>
        </p:txBody>
      </p:sp>
      <p:sp>
        <p:nvSpPr>
          <p:cNvPr id="24" name="Check card 6"/>
          <p:cNvSpPr/>
          <p:nvPr/>
        </p:nvSpPr>
        <p:spPr>
          <a:xfrm>
            <a:off x="6172200" y="4000500"/>
            <a:ext cx="5207000" cy="965200"/>
          </a:xfrm>
          <a:prstGeom prst="roundRect">
            <a:avLst>
              <a:gd name="adj" fmla="val 10421"/>
            </a:avLst>
          </a:prstGeom>
          <a:solidFill>
            <a:schemeClr val="bg1"/>
          </a:solidFill>
          <a:ln w="9525">
            <a:solidFill>
              <a:srgbClr val="E3D9CE"/>
            </a:solidFill>
            <a:prstDash val="solid"/>
          </a:ln>
        </p:spPr>
      </p:sp>
      <p:pic>
        <p:nvPicPr>
          <p:cNvPr id="25" name="Image 5" descr="Check mark">    </p:cNvPr>
          <p:cNvPicPr>
            <a:picLocks noChangeAspect="1"/>
          </p:cNvPicPr>
          <p:nvPr/>
        </p:nvPicPr>
        <p:blipFill>
          <a:blip r:embed="rId6"/>
          <a:stretch>
            <a:fillRect/>
          </a:stretch>
        </p:blipFill>
        <p:spPr>
          <a:xfrm>
            <a:off x="6350000" y="4178300"/>
            <a:ext cx="304800" cy="304800"/>
          </a:xfrm>
          <a:prstGeom prst="rect">
            <a:avLst/>
          </a:prstGeom>
        </p:spPr>
      </p:pic>
      <p:sp>
        <p:nvSpPr>
          <p:cNvPr id="26" name="Check title 6"/>
          <p:cNvSpPr txBox="1"/>
          <p:nvPr/>
        </p:nvSpPr>
        <p:spPr>
          <a:xfrm>
            <a:off x="6807200" y="4114800"/>
            <a:ext cx="4394200" cy="279400"/>
          </a:xfrm>
          <a:prstGeom prst="rect">
            <a:avLst/>
          </a:prstGeom>
          <a:noFill/>
          <a:ln/>
        </p:spPr>
        <p:txBody>
          <a:bodyPr wrap="square" lIns="0" tIns="0" rIns="0" bIns="0" rtlCol="0" anchor="ctr"/>
          <a:lstStyle/>
          <a:p>
            <a:pPr indent="0" marL="0">
              <a:buNone/>
            </a:pPr>
            <a:r>
              <a:rPr lang="en-US" sz="1700" b="1" dirty="0">
                <a:solidFill>
                  <a:schemeClr val="tx1"/>
                </a:solidFill>
              </a:rPr>
              <a:t>Mistakes</a:t>
            </a:r>
            <a:endParaRPr lang="en-US" sz="1700" dirty="0"/>
          </a:p>
        </p:txBody>
      </p:sp>
      <p:sp>
        <p:nvSpPr>
          <p:cNvPr id="27" name="Check text 6"/>
          <p:cNvSpPr txBox="1"/>
          <p:nvPr/>
        </p:nvSpPr>
        <p:spPr>
          <a:xfrm>
            <a:off x="6807200" y="4394200"/>
            <a:ext cx="4394200" cy="444500"/>
          </a:xfrm>
          <a:prstGeom prst="rect">
            <a:avLst/>
          </a:prstGeom>
          <a:noFill/>
          <a:ln/>
        </p:spPr>
        <p:txBody>
          <a:bodyPr wrap="square" lIns="0" tIns="0" rIns="0" bIns="0" rtlCol="0" anchor="t"/>
          <a:lstStyle/>
          <a:p>
            <a:pPr indent="0" marL="0">
              <a:buNone/>
            </a:pPr>
            <a:r>
              <a:rPr lang="en-US" sz="1400" dirty="0">
                <a:solidFill>
                  <a:schemeClr val="accent5"/>
                </a:solidFill>
              </a:rPr>
              <a:t>Erase completely. Never cross out.</a:t>
            </a:r>
            <a:endParaRPr lang="en-US" sz="1400" dirty="0"/>
          </a:p>
        </p:txBody>
      </p:sp>
      <p:sp>
        <p:nvSpPr>
          <p:cNvPr id="28" name="Check card 7"/>
          <p:cNvSpPr/>
          <p:nvPr/>
        </p:nvSpPr>
        <p:spPr>
          <a:xfrm>
            <a:off x="812800" y="5080000"/>
            <a:ext cx="5207000" cy="965200"/>
          </a:xfrm>
          <a:prstGeom prst="roundRect">
            <a:avLst>
              <a:gd name="adj" fmla="val 10421"/>
            </a:avLst>
          </a:prstGeom>
          <a:solidFill>
            <a:schemeClr val="bg1"/>
          </a:solidFill>
          <a:ln w="9525">
            <a:solidFill>
              <a:srgbClr val="E3D9CE"/>
            </a:solidFill>
            <a:prstDash val="solid"/>
          </a:ln>
        </p:spPr>
      </p:sp>
      <p:pic>
        <p:nvPicPr>
          <p:cNvPr id="29" name="Image 6" descr="Check mark">    </p:cNvPr>
          <p:cNvPicPr>
            <a:picLocks noChangeAspect="1"/>
          </p:cNvPicPr>
          <p:nvPr/>
        </p:nvPicPr>
        <p:blipFill>
          <a:blip r:embed="rId7"/>
          <a:stretch>
            <a:fillRect/>
          </a:stretch>
        </p:blipFill>
        <p:spPr>
          <a:xfrm>
            <a:off x="990600" y="5257800"/>
            <a:ext cx="304800" cy="304800"/>
          </a:xfrm>
          <a:prstGeom prst="rect">
            <a:avLst/>
          </a:prstGeom>
        </p:spPr>
      </p:pic>
      <p:sp>
        <p:nvSpPr>
          <p:cNvPr id="30" name="Check title 7"/>
          <p:cNvSpPr txBox="1"/>
          <p:nvPr/>
        </p:nvSpPr>
        <p:spPr>
          <a:xfrm>
            <a:off x="1447800" y="5194300"/>
            <a:ext cx="4394200" cy="279400"/>
          </a:xfrm>
          <a:prstGeom prst="rect">
            <a:avLst/>
          </a:prstGeom>
          <a:noFill/>
          <a:ln/>
        </p:spPr>
        <p:txBody>
          <a:bodyPr wrap="square" lIns="0" tIns="0" rIns="0" bIns="0" rtlCol="0" anchor="ctr"/>
          <a:lstStyle/>
          <a:p>
            <a:pPr indent="0" marL="0">
              <a:buNone/>
            </a:pPr>
            <a:r>
              <a:rPr lang="en-US" sz="1700" b="1" dirty="0">
                <a:solidFill>
                  <a:schemeClr val="tx1"/>
                </a:solidFill>
              </a:rPr>
              <a:t>One answer</a:t>
            </a:r>
            <a:endParaRPr lang="en-US" sz="1700" dirty="0"/>
          </a:p>
        </p:txBody>
      </p:sp>
      <p:sp>
        <p:nvSpPr>
          <p:cNvPr id="31" name="Check text 7"/>
          <p:cNvSpPr txBox="1"/>
          <p:nvPr/>
        </p:nvSpPr>
        <p:spPr>
          <a:xfrm>
            <a:off x="1447800" y="5473700"/>
            <a:ext cx="4394200" cy="444500"/>
          </a:xfrm>
          <a:prstGeom prst="rect">
            <a:avLst/>
          </a:prstGeom>
          <a:noFill/>
          <a:ln/>
        </p:spPr>
        <p:txBody>
          <a:bodyPr wrap="square" lIns="0" tIns="0" rIns="0" bIns="0" rtlCol="0" anchor="t"/>
          <a:lstStyle/>
          <a:p>
            <a:pPr indent="0" marL="0">
              <a:buNone/>
            </a:pPr>
            <a:r>
              <a:rPr lang="en-US" sz="1400" dirty="0">
                <a:solidFill>
                  <a:schemeClr val="accent5"/>
                </a:solidFill>
              </a:rPr>
              <a:t>Only one bubble filled for each question.</a:t>
            </a:r>
            <a:endParaRPr lang="en-US" sz="1400" dirty="0"/>
          </a:p>
        </p:txBody>
      </p:sp>
      <p:sp>
        <p:nvSpPr>
          <p:cNvPr id="32" name="Check card 8"/>
          <p:cNvSpPr/>
          <p:nvPr/>
        </p:nvSpPr>
        <p:spPr>
          <a:xfrm>
            <a:off x="6172200" y="5080000"/>
            <a:ext cx="5207000" cy="965200"/>
          </a:xfrm>
          <a:prstGeom prst="roundRect">
            <a:avLst>
              <a:gd name="adj" fmla="val 10421"/>
            </a:avLst>
          </a:prstGeom>
          <a:solidFill>
            <a:schemeClr val="bg1"/>
          </a:solidFill>
          <a:ln w="9525">
            <a:solidFill>
              <a:srgbClr val="E3D9CE"/>
            </a:solidFill>
            <a:prstDash val="solid"/>
          </a:ln>
        </p:spPr>
      </p:sp>
      <p:pic>
        <p:nvPicPr>
          <p:cNvPr id="33" name="Image 7" descr="Check mark">    </p:cNvPr>
          <p:cNvPicPr>
            <a:picLocks noChangeAspect="1"/>
          </p:cNvPicPr>
          <p:nvPr/>
        </p:nvPicPr>
        <p:blipFill>
          <a:blip r:embed="rId8"/>
          <a:stretch>
            <a:fillRect/>
          </a:stretch>
        </p:blipFill>
        <p:spPr>
          <a:xfrm>
            <a:off x="6350000" y="5257800"/>
            <a:ext cx="304800" cy="304800"/>
          </a:xfrm>
          <a:prstGeom prst="rect">
            <a:avLst/>
          </a:prstGeom>
        </p:spPr>
      </p:pic>
      <p:sp>
        <p:nvSpPr>
          <p:cNvPr id="34" name="Check title 8"/>
          <p:cNvSpPr txBox="1"/>
          <p:nvPr/>
        </p:nvSpPr>
        <p:spPr>
          <a:xfrm>
            <a:off x="6807200" y="5194300"/>
            <a:ext cx="4394200" cy="279400"/>
          </a:xfrm>
          <a:prstGeom prst="rect">
            <a:avLst/>
          </a:prstGeom>
          <a:noFill/>
          <a:ln/>
        </p:spPr>
        <p:txBody>
          <a:bodyPr wrap="square" lIns="0" tIns="0" rIns="0" bIns="0" rtlCol="0" anchor="ctr"/>
          <a:lstStyle/>
          <a:p>
            <a:pPr indent="0" marL="0">
              <a:buNone/>
            </a:pPr>
            <a:r>
              <a:rPr lang="en-US" sz="1700" b="1" dirty="0">
                <a:solidFill>
                  <a:schemeClr val="tx1"/>
                </a:solidFill>
              </a:rPr>
              <a:t>Clean sheet</a:t>
            </a:r>
            <a:endParaRPr lang="en-US" sz="1700" dirty="0"/>
          </a:p>
        </p:txBody>
      </p:sp>
      <p:sp>
        <p:nvSpPr>
          <p:cNvPr id="35" name="Check text 8"/>
          <p:cNvSpPr txBox="1"/>
          <p:nvPr/>
        </p:nvSpPr>
        <p:spPr>
          <a:xfrm>
            <a:off x="6807200" y="5473700"/>
            <a:ext cx="4394200" cy="444500"/>
          </a:xfrm>
          <a:prstGeom prst="rect">
            <a:avLst/>
          </a:prstGeom>
          <a:noFill/>
          <a:ln/>
        </p:spPr>
        <p:txBody>
          <a:bodyPr wrap="square" lIns="0" tIns="0" rIns="0" bIns="0" rtlCol="0" anchor="t"/>
          <a:lstStyle/>
          <a:p>
            <a:pPr indent="0" marL="0">
              <a:buNone/>
            </a:pPr>
            <a:r>
              <a:rPr lang="en-US" sz="1400" dirty="0">
                <a:solidFill>
                  <a:schemeClr val="accent5"/>
                </a:solidFill>
              </a:rPr>
              <a:t>No stray marks. The sheet says they may count against you.</a:t>
            </a:r>
            <a:endParaRPr lang="en-US" sz="1400" dirty="0"/>
          </a:p>
        </p:txBody>
      </p:sp>
    </p:spTree>
  </p:cSld>
  <p:clrMapOvr>
    <a:masterClrMapping/>
  </p:clrMapOvr>
</p:sld>
</file>

<file path=ppt/theme/theme1.xml><?xml version="1.0" encoding="utf-8"?>
<a:theme xmlns:a="http://schemas.openxmlformats.org/drawingml/2006/main" name="Bubble Sheet">
  <a:themeElements>
    <a:clrScheme name="Bubble Sheet">
      <a:dk1>
        <a:srgbClr val="231A1C"/>
      </a:dk1>
      <a:lt1>
        <a:srgbClr val="FFFFFF"/>
      </a:lt1>
      <a:dk2>
        <a:srgbClr val="5A1220"/>
      </a:dk2>
      <a:lt2>
        <a:srgbClr val="F8F4EE"/>
      </a:lt2>
      <a:accent1>
        <a:srgbClr val="7A1F2E"/>
      </a:accent1>
      <a:accent2>
        <a:srgbClr val="F2B01E"/>
      </a:accent2>
      <a:accent3>
        <a:srgbClr val="1E7B4F"/>
      </a:accent3>
      <a:accent4>
        <a:srgbClr val="B3261E"/>
      </a:accent4>
      <a:accent5>
        <a:srgbClr val="5B4A4E"/>
      </a:accent5>
      <a:accent6>
        <a:srgbClr val="EFE7DD"/>
      </a:accent6>
      <a:hlink>
        <a:srgbClr val="7A1F2E"/>
      </a:hlink>
      <a:folHlink>
        <a:srgbClr val="5B4A4E"/>
      </a:folHlink>
    </a:clrScheme>
    <a:fontScheme name="Bubble Shee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Filling in your bubble sheet</dc:title>
  <dc:subject>PptxGenJS Presentation</dc:subject>
  <dc:creator>PptxGenJS</dc:creator>
  <cp:lastModifiedBy>PptxGenJS</cp:lastModifiedBy>
  <cp:revision>1</cp:revision>
  <dcterms:created xsi:type="dcterms:W3CDTF">2026-10-05T18:17:26Z</dcterms:created>
  <dcterms:modified xsi:type="dcterms:W3CDTF">2026-10-05T18:17:26Z</dcterms:modified>
</cp:coreProperties>
</file>